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1A2AE3-5E76-4D67-8D88-BCDA569C3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4C2630-A78D-4253-BEBC-B68D8FF6B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ECBC08-915A-45F9-8BFC-718D4119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7568C0-A215-4D3A-95EE-29124F89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5E576F-72C9-479C-8576-5E4B2CAC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240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6502A4-0E3E-4371-A078-B29F450F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F0161C-E4E9-4E4E-B76D-16EC4E8AD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D86E3E-3DF6-4C2F-8C60-071D0BCE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F627FA-B086-4A52-8914-C3AF760E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E44B2A-38D7-4F0C-A7D5-1A909D4C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791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6F7A59-4315-4EAE-9A3E-15E0AA0A0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6835AE-D5CD-4BE6-A63C-9A0F91BE2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8AB55E-9A24-41AD-803D-DECD255C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A3C32-FD29-4116-9E8D-4F1E1EF25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7BE89F-02AA-490C-B5C1-A58D7CE3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00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9357F3-A4FE-4F40-95DB-81EBECA0B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5A9FDF-C7B4-46F0-9C11-DB625B309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CAB70B-FC32-4B70-A5FE-EA0133C0E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C4F6DD-26C1-453F-B16B-952293B66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27CC07-9388-422D-909E-F0E5D7D3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52DB278-553C-4A8B-A66B-C04E309E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140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E97FAB-0952-48BA-AB44-126827F4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6FA174-3F38-49A7-9446-FC0CF6876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B985E30-5002-4FFE-902C-448C2DF10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8CDC6DE-E318-46C0-B4C1-F2E293F35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40FBAAC-2C14-4EC7-9AC2-2D1ECFEB7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073C957-1C9D-40B9-9C69-884C8602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15A9269-C479-4C1F-910B-71D0358C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4B20814-056C-4CD2-8C2B-A42FF916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933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9B8EAB-0EF4-48E0-9C2E-EA515F8C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CBA96D-77C5-482E-9DF0-B36652B4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C99AFEB-3445-4EFA-BC35-ECF04C28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AB9026-0AC3-46AE-947A-F07773B6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37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7B9A043-5AE2-41F9-9243-CC934EF15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141384-947B-454B-9B27-528F70B4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4DC20B-D483-493B-A1D2-EA9850E00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24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9237A9-D927-4671-91BB-8F4927E18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142E04-DD82-48DE-BE3F-16874C637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C3F06D-B9DD-414F-8447-A23C4876B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9B8140-EE54-4B6F-98A8-488E3BEF0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0C122D-2688-4290-A91E-0A1CB8C1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891F13-E7FB-4D2D-AD45-1F5FE155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2421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F96D4F-A9C4-4910-9BE5-A48B087D3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0919934-E0F3-4424-A25C-21CD614F97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C5C08B-CB0F-4217-AA9B-5577622A2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B2610D1-1D36-403E-B5C1-5DACDBDED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F9913F-E93C-402F-AEFA-D74D4217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EA6A8B-CFCE-4C1F-935F-D5941B7F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6792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1F1A20-DE53-40C4-8111-334E678F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551594-1889-4FDE-9DB6-77CE7F123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B4A067-C120-424C-8EE2-24222944F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288593-15F4-4667-B6B9-0978A5BA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E1CDD4-6435-4475-A701-A15876C6E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302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EA4C375-D425-458A-AD51-B8E91D70C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8173E07-7D69-47CA-838F-E82C77B83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8221B2-117D-4B66-9369-A44A64E28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4B2268-E840-45CB-950C-A5AE46C3A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2FC03A-2C7A-4A82-A3CB-ADEC7386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6848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180ABC-3E0D-42F0-827D-AC64039B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841EA6-42D1-47E5-85A5-37CF583C8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2B8ADF-148E-4F05-B203-CEE0DD6BB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EEF23-994D-461A-9D37-76CC1796C6A9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D8E0D5-DDA5-4B67-A7BA-572D1209C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FD2B4F-810F-4AD4-AF22-ADA6408FE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CF144-74C8-4588-85CF-3B567570F4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72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g"/><Relationship Id="rId7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g"/><Relationship Id="rId7" Type="http://schemas.openxmlformats.org/officeDocument/2006/relationships/image" Target="../media/image1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jpg"/><Relationship Id="rId7" Type="http://schemas.openxmlformats.org/officeDocument/2006/relationships/image" Target="../media/image1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3.jpg"/><Relationship Id="rId9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jpg"/><Relationship Id="rId7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g"/><Relationship Id="rId7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D859CAF1-80FC-460E-B194-03B453DF10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62"/>
          <a:stretch/>
        </p:blipFill>
        <p:spPr>
          <a:xfrm>
            <a:off x="-467360" y="-591566"/>
            <a:ext cx="13035280" cy="8919141"/>
          </a:xfrm>
          <a:prstGeom prst="round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32A78C7-669F-4DEA-A0B2-EA55704D0E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" r="24053" b="21657"/>
          <a:stretch/>
        </p:blipFill>
        <p:spPr>
          <a:xfrm rot="1224724">
            <a:off x="3360450" y="169875"/>
            <a:ext cx="2538021" cy="1736592"/>
          </a:xfrm>
          <a:prstGeom prst="round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237BC79-0CD9-487F-A628-5F4530F0260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1941" r="636" b="-1941"/>
          <a:stretch/>
        </p:blipFill>
        <p:spPr>
          <a:xfrm rot="1224724">
            <a:off x="2910291" y="734916"/>
            <a:ext cx="2919697" cy="2051089"/>
          </a:xfrm>
          <a:prstGeom prst="round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08723DD-311B-4B86-8E88-2D80B7F5C17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17"/>
          <a:stretch/>
        </p:blipFill>
        <p:spPr>
          <a:xfrm rot="1224724">
            <a:off x="2471994" y="1051825"/>
            <a:ext cx="3385616" cy="2270435"/>
          </a:xfrm>
          <a:prstGeom prst="round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7725745-506D-46CA-987F-33C980EE876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7" t="11111" r="12835"/>
          <a:stretch/>
        </p:blipFill>
        <p:spPr>
          <a:xfrm rot="1224724">
            <a:off x="1654529" y="1531120"/>
            <a:ext cx="4311226" cy="3028640"/>
          </a:xfrm>
          <a:prstGeom prst="round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BC55459-C8FB-46D8-97A9-57D2ACE88BA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1"/>
          <a:stretch/>
        </p:blipFill>
        <p:spPr>
          <a:xfrm rot="1224724">
            <a:off x="804452" y="2359413"/>
            <a:ext cx="5091848" cy="3577026"/>
          </a:xfrm>
          <a:prstGeom prst="round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E5BBD27-BDA2-4800-9A64-D2935438D3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62"/>
          <a:stretch/>
        </p:blipFill>
        <p:spPr>
          <a:xfrm>
            <a:off x="757710" y="2649228"/>
            <a:ext cx="5766882" cy="3945878"/>
          </a:xfrm>
          <a:prstGeom prst="round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AF86D28-82D4-4A02-885F-A52477884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18" b="89946" l="9918" r="93614">
                        <a14:foregroundMark x1="13995" y1="59239" x2="15217" y2="50543"/>
                        <a14:foregroundMark x1="15217" y1="50543" x2="24728" y2="55299"/>
                        <a14:foregroundMark x1="24728" y1="55299" x2="25543" y2="48234"/>
                        <a14:foregroundMark x1="41168" y1="46467" x2="33832" y2="50543"/>
                        <a14:foregroundMark x1="33832" y1="50543" x2="35190" y2="58152"/>
                        <a14:foregroundMark x1="35190" y1="58152" x2="40625" y2="60326"/>
                        <a14:foregroundMark x1="84511" y1="46603" x2="77853" y2="49728"/>
                        <a14:foregroundMark x1="77853" y1="49728" x2="82473" y2="57201"/>
                        <a14:foregroundMark x1="82473" y1="57201" x2="89266" y2="51359"/>
                        <a14:foregroundMark x1="89266" y1="51359" x2="85870" y2="45245"/>
                        <a14:foregroundMark x1="93614" y1="50951" x2="93614" y2="54076"/>
                        <a14:foregroundMark x1="57313" y1="62328" x2="56613" y2="62331"/>
                        <a14:foregroundMark x1="79755" y1="62228" x2="57399" y2="62328"/>
                        <a14:foregroundMark x1="17309" y1="62104" x2="11005" y2="60190"/>
                        <a14:foregroundMark x1="12092" y1="38723" x2="12092" y2="41984"/>
                        <a14:foregroundMark x1="32473" y1="38043" x2="32473" y2="42255"/>
                        <a14:foregroundMark x1="36277" y1="38723" x2="36277" y2="38723"/>
                        <a14:foregroundMark x1="42120" y1="38859" x2="42120" y2="38859"/>
                        <a14:foregroundMark x1="17663" y1="39946" x2="17663" y2="39946"/>
                        <a14:foregroundMark x1="21739" y1="40082" x2="21739" y2="40082"/>
                        <a14:foregroundMark x1="26359" y1="38451" x2="26359" y2="38451"/>
                        <a14:backgroundMark x1="19837" y1="32473" x2="37636" y2="33152"/>
                        <a14:backgroundMark x1="37636" y1="33152" x2="37636" y2="33152"/>
                        <a14:backgroundMark x1="37636" y1="33152" x2="45516" y2="33967"/>
                        <a14:backgroundMark x1="18342" y1="32337" x2="15489" y2="34511"/>
                        <a14:backgroundMark x1="21875" y1="32473" x2="13995" y2="28940"/>
                        <a14:backgroundMark x1="14402" y1="30163" x2="14674" y2="31114"/>
                        <a14:backgroundMark x1="19022" y1="60054" x2="26630" y2="63043"/>
                        <a14:backgroundMark x1="26630" y1="63043" x2="42391" y2="63859"/>
                        <a14:backgroundMark x1="42391" y1="63859" x2="57065" y2="61549"/>
                        <a14:backgroundMark x1="57065" y1="61549" x2="57065" y2="612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166" y="406400"/>
            <a:ext cx="5386066" cy="538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596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4DDE0CD-3DE4-4D10-AB68-EF64B59979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1"/>
          <a:stretch/>
        </p:blipFill>
        <p:spPr>
          <a:xfrm>
            <a:off x="-596098" y="-644695"/>
            <a:ext cx="12820454" cy="9006375"/>
          </a:xfrm>
          <a:prstGeom prst="round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32A78C7-669F-4DEA-A0B2-EA55704D0E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" r="24053" b="21657"/>
          <a:stretch/>
        </p:blipFill>
        <p:spPr>
          <a:xfrm rot="1224724">
            <a:off x="2453182" y="628281"/>
            <a:ext cx="2538021" cy="1736592"/>
          </a:xfrm>
          <a:prstGeom prst="round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237BC79-0CD9-487F-A628-5F4530F0260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1941" r="636" b="-1941"/>
          <a:stretch/>
        </p:blipFill>
        <p:spPr>
          <a:xfrm rot="1224724">
            <a:off x="1993393" y="1236842"/>
            <a:ext cx="2919697" cy="2051089"/>
          </a:xfrm>
          <a:prstGeom prst="round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08723DD-311B-4B86-8E88-2D80B7F5C17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17"/>
          <a:stretch/>
        </p:blipFill>
        <p:spPr>
          <a:xfrm rot="1224724">
            <a:off x="1503851" y="1797910"/>
            <a:ext cx="3385616" cy="2270435"/>
          </a:xfrm>
          <a:prstGeom prst="round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7725745-506D-46CA-987F-33C980EE876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7" t="11111" r="12835"/>
          <a:stretch/>
        </p:blipFill>
        <p:spPr>
          <a:xfrm rot="1224724">
            <a:off x="867050" y="2303587"/>
            <a:ext cx="4311226" cy="3028640"/>
          </a:xfrm>
          <a:prstGeom prst="round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BC55459-C8FB-46D8-97A9-57D2ACE88B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1"/>
          <a:stretch/>
        </p:blipFill>
        <p:spPr>
          <a:xfrm>
            <a:off x="474256" y="2898067"/>
            <a:ext cx="5444806" cy="3824979"/>
          </a:xfrm>
          <a:prstGeom prst="round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E5BBD27-BDA2-4800-9A64-D2935438D38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62"/>
          <a:stretch/>
        </p:blipFill>
        <p:spPr>
          <a:xfrm>
            <a:off x="0" y="7788201"/>
            <a:ext cx="5080397" cy="3476164"/>
          </a:xfrm>
          <a:prstGeom prst="round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C9AF951F-4EDC-45DD-97A9-EF99ECB1C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662" b="89614" l="6658" r="94837">
                        <a14:foregroundMark x1="16712" y1="31401" x2="16712" y2="31401"/>
                        <a14:foregroundMark x1="16712" y1="31401" x2="16712" y2="31401"/>
                        <a14:foregroundMark x1="19973" y1="33092" x2="13043" y2="33092"/>
                        <a14:foregroundMark x1="13043" y1="33092" x2="25000" y2="63043"/>
                        <a14:foregroundMark x1="25000" y1="63043" x2="11957" y2="66667"/>
                        <a14:foregroundMark x1="11957" y1="66667" x2="8832" y2="63527"/>
                        <a14:foregroundMark x1="26495" y1="59179" x2="28397" y2="44444"/>
                        <a14:foregroundMark x1="28397" y1="44444" x2="38587" y2="45894"/>
                        <a14:foregroundMark x1="38587" y1="45894" x2="39674" y2="55314"/>
                        <a14:foregroundMark x1="27853" y1="38647" x2="27853" y2="38647"/>
                        <a14:foregroundMark x1="27853" y1="38647" x2="77038" y2="49758"/>
                        <a14:foregroundMark x1="77038" y1="49758" x2="84918" y2="49275"/>
                        <a14:foregroundMark x1="84918" y1="49275" x2="69837" y2="41546"/>
                        <a14:foregroundMark x1="69837" y1="41546" x2="28397" y2="56039"/>
                        <a14:foregroundMark x1="28397" y1="56039" x2="28125" y2="55797"/>
                        <a14:foregroundMark x1="11685" y1="31884" x2="12636" y2="49758"/>
                        <a14:foregroundMark x1="12636" y1="49758" x2="18750" y2="51449"/>
                        <a14:foregroundMark x1="37636" y1="56522" x2="37364" y2="67150"/>
                        <a14:foregroundMark x1="44429" y1="53382" x2="51902" y2="56522"/>
                        <a14:foregroundMark x1="51902" y1="56522" x2="52174" y2="54831"/>
                        <a14:foregroundMark x1="56929" y1="57971" x2="58696" y2="36715"/>
                        <a14:foregroundMark x1="58696" y1="36715" x2="66033" y2="38164"/>
                        <a14:foregroundMark x1="66033" y1="38164" x2="62636" y2="51208"/>
                        <a14:foregroundMark x1="62636" y1="51208" x2="64810" y2="56039"/>
                        <a14:foregroundMark x1="58560" y1="32126" x2="66848" y2="27295"/>
                        <a14:foregroundMark x1="66848" y1="27295" x2="68886" y2="29469"/>
                        <a14:foregroundMark x1="71332" y1="37198" x2="77582" y2="35266"/>
                        <a14:foregroundMark x1="91033" y1="33816" x2="80163" y2="35024"/>
                        <a14:foregroundMark x1="80163" y1="35024" x2="87364" y2="45894"/>
                        <a14:foregroundMark x1="87364" y1="45894" x2="90625" y2="58696"/>
                        <a14:foregroundMark x1="90625" y1="58696" x2="83288" y2="59420"/>
                        <a14:foregroundMark x1="73505" y1="52899" x2="71196" y2="67874"/>
                        <a14:foregroundMark x1="50000" y1="21014" x2="57201" y2="25845"/>
                        <a14:foregroundMark x1="47690" y1="22705" x2="45652" y2="26087"/>
                        <a14:foregroundMark x1="44293" y1="24396" x2="44158" y2="19565"/>
                        <a14:foregroundMark x1="8152" y1="29227" x2="6658" y2="44928"/>
                        <a14:foregroundMark x1="6929" y1="61353" x2="6658" y2="69565"/>
                        <a14:foregroundMark x1="93614" y1="49275" x2="94837" y2="618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53" y="876986"/>
            <a:ext cx="6577602" cy="369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1084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B91E9BEB-DBB7-4DB8-871C-449144E0A9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7" t="11111" r="12835"/>
          <a:stretch/>
        </p:blipFill>
        <p:spPr>
          <a:xfrm>
            <a:off x="-233680" y="-233980"/>
            <a:ext cx="12527280" cy="8800425"/>
          </a:xfrm>
          <a:prstGeom prst="round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32A78C7-669F-4DEA-A0B2-EA55704D0E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" r="24053" b="21657"/>
          <a:stretch/>
        </p:blipFill>
        <p:spPr>
          <a:xfrm rot="1224724">
            <a:off x="2315848" y="619955"/>
            <a:ext cx="2432897" cy="1664663"/>
          </a:xfrm>
          <a:prstGeom prst="round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237BC79-0CD9-487F-A628-5F4530F0260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1941" r="636" b="-1941"/>
          <a:stretch/>
        </p:blipFill>
        <p:spPr>
          <a:xfrm rot="1224724">
            <a:off x="1639512" y="1300668"/>
            <a:ext cx="2919697" cy="2051089"/>
          </a:xfrm>
          <a:prstGeom prst="round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08723DD-311B-4B86-8E88-2D80B7F5C17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17"/>
          <a:stretch/>
        </p:blipFill>
        <p:spPr>
          <a:xfrm rot="1224724">
            <a:off x="1149972" y="1919367"/>
            <a:ext cx="3385616" cy="2270435"/>
          </a:xfrm>
          <a:prstGeom prst="round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7725745-506D-46CA-987F-33C980EE87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7" t="11111" r="12835"/>
          <a:stretch/>
        </p:blipFill>
        <p:spPr>
          <a:xfrm>
            <a:off x="487856" y="2837484"/>
            <a:ext cx="5018885" cy="3525771"/>
          </a:xfrm>
          <a:prstGeom prst="round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BC55459-C8FB-46D8-97A9-57D2ACE88BA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1"/>
          <a:stretch/>
        </p:blipFill>
        <p:spPr>
          <a:xfrm rot="1224724">
            <a:off x="1095735" y="7710326"/>
            <a:ext cx="5091848" cy="3577026"/>
          </a:xfrm>
          <a:prstGeom prst="round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E5BBD27-BDA2-4800-9A64-D2935438D38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62"/>
          <a:stretch/>
        </p:blipFill>
        <p:spPr>
          <a:xfrm>
            <a:off x="452910" y="7115557"/>
            <a:ext cx="5080397" cy="3476164"/>
          </a:xfrm>
          <a:prstGeom prst="round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3D3590F-8C6F-4421-95CC-3DD2EAC63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89" b="89726" l="2344" r="96563">
                        <a14:foregroundMark x1="2656" y1="31963" x2="2344" y2="43607"/>
                        <a14:foregroundMark x1="2344" y1="43607" x2="11094" y2="50228"/>
                        <a14:foregroundMark x1="11094" y1="50228" x2="12500" y2="48858"/>
                        <a14:foregroundMark x1="88438" y1="47945" x2="90938" y2="34703"/>
                        <a14:foregroundMark x1="90938" y1="34703" x2="96563" y2="46575"/>
                        <a14:foregroundMark x1="96563" y1="46575" x2="96563" y2="37671"/>
                        <a14:foregroundMark x1="15625" y1="16210" x2="15625" y2="19863"/>
                        <a14:foregroundMark x1="35313" y1="15982" x2="35313" y2="18037"/>
                        <a14:foregroundMark x1="46875" y1="14840" x2="46875" y2="17580"/>
                        <a14:foregroundMark x1="51563" y1="16667" x2="52188" y2="18493"/>
                        <a14:foregroundMark x1="69531" y1="17352" x2="69531" y2="18721"/>
                        <a14:foregroundMark x1="76094" y1="15982" x2="75625" y2="17580"/>
                        <a14:backgroundMark x1="22188" y1="17808" x2="22188" y2="17808"/>
                        <a14:backgroundMark x1="40625" y1="17352" x2="40625" y2="17352"/>
                        <a14:backgroundMark x1="73594" y1="17580" x2="73594" y2="17580"/>
                        <a14:backgroundMark x1="59688" y1="16895" x2="59688" y2="168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461" y="1425220"/>
            <a:ext cx="5855794" cy="400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1322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9E5FD804-8DA0-42ED-8CF3-05176E7B5C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17"/>
          <a:stretch/>
        </p:blipFill>
        <p:spPr>
          <a:xfrm>
            <a:off x="-83563" y="-741681"/>
            <a:ext cx="12651483" cy="8484238"/>
          </a:xfrm>
          <a:prstGeom prst="round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32A78C7-669F-4DEA-A0B2-EA55704D0E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" r="24053" b="21657"/>
          <a:stretch/>
        </p:blipFill>
        <p:spPr>
          <a:xfrm rot="1224724">
            <a:off x="1858603" y="1091189"/>
            <a:ext cx="2538021" cy="1736592"/>
          </a:xfrm>
          <a:prstGeom prst="round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237BC79-0CD9-487F-A628-5F4530F0260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1941" r="636" b="-1941"/>
          <a:stretch/>
        </p:blipFill>
        <p:spPr>
          <a:xfrm rot="1224724">
            <a:off x="1232732" y="1990810"/>
            <a:ext cx="2919697" cy="2051089"/>
          </a:xfrm>
          <a:prstGeom prst="round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08723DD-311B-4B86-8E88-2D80B7F5C1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17"/>
          <a:stretch/>
        </p:blipFill>
        <p:spPr>
          <a:xfrm>
            <a:off x="484416" y="2885440"/>
            <a:ext cx="5194192" cy="3483288"/>
          </a:xfrm>
          <a:prstGeom prst="round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7725745-506D-46CA-987F-33C980EE876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7" t="11111" r="12835"/>
          <a:stretch/>
        </p:blipFill>
        <p:spPr>
          <a:xfrm rot="1224724">
            <a:off x="877211" y="7516717"/>
            <a:ext cx="4311226" cy="3028640"/>
          </a:xfrm>
          <a:prstGeom prst="round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BC55459-C8FB-46D8-97A9-57D2ACE88BA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1"/>
          <a:stretch/>
        </p:blipFill>
        <p:spPr>
          <a:xfrm rot="1224724">
            <a:off x="380354" y="7633637"/>
            <a:ext cx="5091848" cy="3577026"/>
          </a:xfrm>
          <a:prstGeom prst="round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E5BBD27-BDA2-4800-9A64-D2935438D38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62"/>
          <a:stretch/>
        </p:blipFill>
        <p:spPr>
          <a:xfrm>
            <a:off x="0" y="7236648"/>
            <a:ext cx="5080397" cy="3476164"/>
          </a:xfrm>
          <a:prstGeom prst="round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F7B55472-2021-4A3B-9D87-D8D2271E7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16" b="89662" l="8594" r="92656">
                        <a14:foregroundMark x1="8594" y1="64557" x2="8594" y2="64557"/>
                        <a14:foregroundMark x1="8594" y1="64557" x2="11875" y2="61814"/>
                        <a14:foregroundMark x1="92656" y1="65612" x2="89844" y2="616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263" y="521092"/>
            <a:ext cx="6384737" cy="472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0185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E65BC101-E650-436C-95B9-8A49D74E4E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1941" r="636" b="-1941"/>
          <a:stretch/>
        </p:blipFill>
        <p:spPr>
          <a:xfrm>
            <a:off x="-193040" y="-981911"/>
            <a:ext cx="12760960" cy="8964582"/>
          </a:xfrm>
          <a:prstGeom prst="round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32A78C7-669F-4DEA-A0B2-EA55704D0E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" r="24053" b="21657"/>
          <a:stretch/>
        </p:blipFill>
        <p:spPr>
          <a:xfrm rot="1224724">
            <a:off x="1889083" y="1506925"/>
            <a:ext cx="2538021" cy="1736592"/>
          </a:xfrm>
          <a:prstGeom prst="round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237BC79-0CD9-487F-A628-5F4530F026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1941" r="636" b="-1941"/>
          <a:stretch/>
        </p:blipFill>
        <p:spPr>
          <a:xfrm>
            <a:off x="555742" y="2726779"/>
            <a:ext cx="4879858" cy="3428103"/>
          </a:xfrm>
          <a:prstGeom prst="round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08723DD-311B-4B86-8E88-2D80B7F5C17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17"/>
          <a:stretch/>
        </p:blipFill>
        <p:spPr>
          <a:xfrm>
            <a:off x="524232" y="7135158"/>
            <a:ext cx="4336695" cy="2908240"/>
          </a:xfrm>
          <a:prstGeom prst="round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7725745-506D-46CA-987F-33C980EE876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7" t="11111" r="12835"/>
          <a:stretch/>
        </p:blipFill>
        <p:spPr>
          <a:xfrm rot="1224724">
            <a:off x="877211" y="7516717"/>
            <a:ext cx="4311226" cy="3028640"/>
          </a:xfrm>
          <a:prstGeom prst="round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BC55459-C8FB-46D8-97A9-57D2ACE88BA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1"/>
          <a:stretch/>
        </p:blipFill>
        <p:spPr>
          <a:xfrm rot="1224724">
            <a:off x="380354" y="7633637"/>
            <a:ext cx="5091848" cy="3577026"/>
          </a:xfrm>
          <a:prstGeom prst="round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E5BBD27-BDA2-4800-9A64-D2935438D38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62"/>
          <a:stretch/>
        </p:blipFill>
        <p:spPr>
          <a:xfrm>
            <a:off x="0" y="7236648"/>
            <a:ext cx="5080397" cy="3476164"/>
          </a:xfrm>
          <a:prstGeom prst="round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0D2FEC6-362A-446E-ACC8-2B4410C5C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83" b="89946" l="2582" r="98505">
                        <a14:foregroundMark x1="36413" y1="21739" x2="46739" y2="27310"/>
                        <a14:foregroundMark x1="46739" y1="27310" x2="47962" y2="44158"/>
                        <a14:foregroundMark x1="47962" y1="44158" x2="53940" y2="52989"/>
                        <a14:foregroundMark x1="53940" y1="52989" x2="68478" y2="50408"/>
                        <a14:foregroundMark x1="68478" y1="50408" x2="74321" y2="42663"/>
                        <a14:foregroundMark x1="74321" y1="42663" x2="79076" y2="63587"/>
                        <a14:foregroundMark x1="79076" y1="63587" x2="67799" y2="59239"/>
                        <a14:foregroundMark x1="67799" y1="59239" x2="11549" y2="60462"/>
                        <a14:foregroundMark x1="11549" y1="60462" x2="11549" y2="60462"/>
                        <a14:foregroundMark x1="34647" y1="23641" x2="39810" y2="43207"/>
                        <a14:foregroundMark x1="34103" y1="19158" x2="58424" y2="24185"/>
                        <a14:foregroundMark x1="58424" y1="24185" x2="32201" y2="32880"/>
                        <a14:foregroundMark x1="32201" y1="32880" x2="15082" y2="31929"/>
                        <a14:foregroundMark x1="15082" y1="31929" x2="13043" y2="41712"/>
                        <a14:foregroundMark x1="13043" y1="41712" x2="14538" y2="48505"/>
                        <a14:foregroundMark x1="14538" y1="48505" x2="8560" y2="56929"/>
                        <a14:foregroundMark x1="8560" y1="56929" x2="6658" y2="67255"/>
                        <a14:foregroundMark x1="6658" y1="67255" x2="11413" y2="74321"/>
                        <a14:foregroundMark x1="11413" y1="74321" x2="18478" y2="74321"/>
                        <a14:foregroundMark x1="18478" y1="74321" x2="30707" y2="72554"/>
                        <a14:foregroundMark x1="30707" y1="72554" x2="39674" y2="72826"/>
                        <a14:foregroundMark x1="39674" y1="72826" x2="66712" y2="70109"/>
                        <a14:foregroundMark x1="66712" y1="70109" x2="70924" y2="60598"/>
                        <a14:foregroundMark x1="70924" y1="60598" x2="68478" y2="49728"/>
                        <a14:foregroundMark x1="68478" y1="49728" x2="69701" y2="38315"/>
                        <a14:foregroundMark x1="64130" y1="57609" x2="20245" y2="46875"/>
                        <a14:foregroundMark x1="20245" y1="46875" x2="16712" y2="44973"/>
                        <a14:foregroundMark x1="17663" y1="47554" x2="47554" y2="63723"/>
                        <a14:foregroundMark x1="47554" y1="63723" x2="47962" y2="63723"/>
                        <a14:foregroundMark x1="44429" y1="67120" x2="11957" y2="61821"/>
                        <a14:foregroundMark x1="21060" y1="55163" x2="41033" y2="45924"/>
                        <a14:foregroundMark x1="41033" y1="45924" x2="41304" y2="45652"/>
                        <a14:foregroundMark x1="50000" y1="62636" x2="50000" y2="62636"/>
                        <a14:foregroundMark x1="50000" y1="62636" x2="50000" y2="62636"/>
                        <a14:foregroundMark x1="46875" y1="60598" x2="57609" y2="63995"/>
                        <a14:foregroundMark x1="76087" y1="38995" x2="78397" y2="44565"/>
                        <a14:foregroundMark x1="72826" y1="31250" x2="80707" y2="31658"/>
                        <a14:foregroundMark x1="80707" y1="31658" x2="86821" y2="38315"/>
                        <a14:foregroundMark x1="86821" y1="38315" x2="86277" y2="45245"/>
                        <a14:foregroundMark x1="86277" y1="45245" x2="81114" y2="55707"/>
                        <a14:foregroundMark x1="65897" y1="47011" x2="55027" y2="44973"/>
                        <a14:foregroundMark x1="57880" y1="44158" x2="57745" y2="16168"/>
                        <a14:foregroundMark x1="60870" y1="19158" x2="41440" y2="19022"/>
                        <a14:foregroundMark x1="60326" y1="23098" x2="60326" y2="29076"/>
                        <a14:foregroundMark x1="33288" y1="20109" x2="32065" y2="25815"/>
                        <a14:foregroundMark x1="14674" y1="30707" x2="10326" y2="38587"/>
                        <a14:foregroundMark x1="10326" y1="38587" x2="12500" y2="44837"/>
                        <a14:foregroundMark x1="10326" y1="32880" x2="16712" y2="29620"/>
                        <a14:foregroundMark x1="2717" y1="56929" x2="4348" y2="77310"/>
                        <a14:foregroundMark x1="2853" y1="66712" x2="3533" y2="77853"/>
                        <a14:foregroundMark x1="3533" y1="77853" x2="10598" y2="79212"/>
                        <a14:foregroundMark x1="10598" y1="79212" x2="27717" y2="78668"/>
                        <a14:foregroundMark x1="27717" y1="78668" x2="44293" y2="79076"/>
                        <a14:foregroundMark x1="44293" y1="79076" x2="61549" y2="78261"/>
                        <a14:foregroundMark x1="61549" y1="78261" x2="66033" y2="75408"/>
                        <a14:foregroundMark x1="68342" y1="78940" x2="76902" y2="66848"/>
                        <a14:foregroundMark x1="76902" y1="66848" x2="76902" y2="63451"/>
                        <a14:foregroundMark x1="82065" y1="65082" x2="82337" y2="74185"/>
                        <a14:foregroundMark x1="89810" y1="64674" x2="88587" y2="79212"/>
                        <a14:foregroundMark x1="88587" y1="79212" x2="81522" y2="75136"/>
                        <a14:foregroundMark x1="76630" y1="71196" x2="67663" y2="78668"/>
                        <a14:foregroundMark x1="70245" y1="78804" x2="77310" y2="67935"/>
                        <a14:foregroundMark x1="77310" y1="67935" x2="77310" y2="65217"/>
                        <a14:foregroundMark x1="77310" y1="72554" x2="69701" y2="78533"/>
                        <a14:foregroundMark x1="69701" y1="78533" x2="62500" y2="78125"/>
                        <a14:foregroundMark x1="62500" y1="78125" x2="62500" y2="77989"/>
                        <a14:foregroundMark x1="7201" y1="80571" x2="2582" y2="75000"/>
                        <a14:foregroundMark x1="2717" y1="80027" x2="3125" y2="69973"/>
                        <a14:foregroundMark x1="4348" y1="55299" x2="9918" y2="55299"/>
                        <a14:foregroundMark x1="69973" y1="30842" x2="68342" y2="41304"/>
                        <a14:foregroundMark x1="61277" y1="20924" x2="61685" y2="30299"/>
                        <a14:foregroundMark x1="61685" y1="30299" x2="58424" y2="30435"/>
                        <a14:foregroundMark x1="82609" y1="31386" x2="86957" y2="37092"/>
                        <a14:foregroundMark x1="86957" y1="37092" x2="83152" y2="56114"/>
                        <a14:foregroundMark x1="88451" y1="54620" x2="95788" y2="57609"/>
                        <a14:foregroundMark x1="95788" y1="57609" x2="90082" y2="65353"/>
                        <a14:foregroundMark x1="90082" y1="65353" x2="89130" y2="72147"/>
                        <a14:foregroundMark x1="91984" y1="71060" x2="91440" y2="77038"/>
                        <a14:foregroundMark x1="83696" y1="78940" x2="82201" y2="74728"/>
                        <a14:foregroundMark x1="82065" y1="78940" x2="90897" y2="78261"/>
                        <a14:foregroundMark x1="90897" y1="78261" x2="91168" y2="78125"/>
                        <a14:foregroundMark x1="95788" y1="62500" x2="94293" y2="54755"/>
                        <a14:foregroundMark x1="95245" y1="56114" x2="98505" y2="62092"/>
                        <a14:foregroundMark x1="85598" y1="80707" x2="89266" y2="80163"/>
                        <a14:foregroundMark x1="88315" y1="41304" x2="87092" y2="50136"/>
                        <a14:foregroundMark x1="87092" y1="50136" x2="87092" y2="501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942" y="711200"/>
            <a:ext cx="4988560" cy="498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210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0DB75547-5BC9-40B5-A599-742D401811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" r="24053" b="21657"/>
          <a:stretch/>
        </p:blipFill>
        <p:spPr>
          <a:xfrm>
            <a:off x="0" y="-337690"/>
            <a:ext cx="12486640" cy="8543743"/>
          </a:xfrm>
          <a:prstGeom prst="round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32A78C7-669F-4DEA-A0B2-EA55704D0E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" r="24053" b="21657"/>
          <a:stretch/>
        </p:blipFill>
        <p:spPr>
          <a:xfrm>
            <a:off x="287766" y="1761749"/>
            <a:ext cx="5808234" cy="3974172"/>
          </a:xfrm>
          <a:prstGeom prst="round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237BC79-0CD9-487F-A628-5F4530F026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1941" r="636" b="-1941"/>
          <a:stretch/>
        </p:blipFill>
        <p:spPr>
          <a:xfrm>
            <a:off x="377983" y="7088782"/>
            <a:ext cx="4879858" cy="3428103"/>
          </a:xfrm>
          <a:prstGeom prst="round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08723DD-311B-4B86-8E88-2D80B7F5C17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17"/>
          <a:stretch/>
        </p:blipFill>
        <p:spPr>
          <a:xfrm>
            <a:off x="524232" y="7135158"/>
            <a:ext cx="4336695" cy="2908240"/>
          </a:xfrm>
          <a:prstGeom prst="round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7725745-506D-46CA-987F-33C980EE876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7" t="11111" r="12835"/>
          <a:stretch/>
        </p:blipFill>
        <p:spPr>
          <a:xfrm rot="1224724">
            <a:off x="877211" y="7516717"/>
            <a:ext cx="4311226" cy="3028640"/>
          </a:xfrm>
          <a:prstGeom prst="round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BC55459-C8FB-46D8-97A9-57D2ACE88BA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1"/>
          <a:stretch/>
        </p:blipFill>
        <p:spPr>
          <a:xfrm rot="1224724">
            <a:off x="380354" y="7633637"/>
            <a:ext cx="5091848" cy="3577026"/>
          </a:xfrm>
          <a:prstGeom prst="round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E5BBD27-BDA2-4800-9A64-D2935438D38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62"/>
          <a:stretch/>
        </p:blipFill>
        <p:spPr>
          <a:xfrm>
            <a:off x="0" y="7236648"/>
            <a:ext cx="5080397" cy="3476164"/>
          </a:xfrm>
          <a:prstGeom prst="round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28E13E78-AC7B-4151-8F40-8CBD7AF04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26" b="89578" l="7745" r="91984">
                        <a14:foregroundMark x1="9511" y1="75434" x2="7745" y2="73201"/>
                        <a14:foregroundMark x1="89266" y1="61787" x2="91984" y2="80645"/>
                        <a14:foregroundMark x1="91984" y1="80645" x2="91984" y2="80645"/>
                        <a14:foregroundMark x1="44022" y1="26551" x2="52717" y2="33499"/>
                        <a14:foregroundMark x1="52717" y1="33499" x2="47554" y2="265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119" y="1005840"/>
            <a:ext cx="6371985" cy="3489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659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Grand écran</PresentationFormat>
  <Paragraphs>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AOULADHAJ YASMINA</dc:creator>
  <cp:lastModifiedBy>AOULADHAJ YASMINA</cp:lastModifiedBy>
  <cp:revision>5</cp:revision>
  <dcterms:created xsi:type="dcterms:W3CDTF">2026-04-17T22:30:30Z</dcterms:created>
  <dcterms:modified xsi:type="dcterms:W3CDTF">2026-04-17T23:01:57Z</dcterms:modified>
</cp:coreProperties>
</file>