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9" d="100"/>
          <a:sy n="19" d="100"/>
        </p:scale>
        <p:origin x="2676" y="10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A37811-1C95-519D-D591-1D628CF8FB0C}"/>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fr-FR"/>
              <a:t>Modifiez le style du titre</a:t>
            </a:r>
          </a:p>
        </p:txBody>
      </p:sp>
      <p:sp>
        <p:nvSpPr>
          <p:cNvPr id="3" name="Sous-titre 2">
            <a:extLst>
              <a:ext uri="{FF2B5EF4-FFF2-40B4-BE49-F238E27FC236}">
                <a16:creationId xmlns:a16="http://schemas.microsoft.com/office/drawing/2014/main" id="{FCCB0076-1B5C-C1BF-5210-77F01689A100}"/>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fr-FR"/>
              <a:t>Modifiez le style des sous-titres du masque</a:t>
            </a:r>
          </a:p>
        </p:txBody>
      </p:sp>
      <p:sp>
        <p:nvSpPr>
          <p:cNvPr id="4" name="Espace réservé de la date 3">
            <a:extLst>
              <a:ext uri="{FF2B5EF4-FFF2-40B4-BE49-F238E27FC236}">
                <a16:creationId xmlns:a16="http://schemas.microsoft.com/office/drawing/2014/main" id="{C1AD6517-4071-B01D-A000-45A42B261204}"/>
              </a:ext>
            </a:extLst>
          </p:cNvPr>
          <p:cNvSpPr txBox="1">
            <a:spLocks noGrp="1"/>
          </p:cNvSpPr>
          <p:nvPr>
            <p:ph type="dt" sz="half" idx="7"/>
          </p:nvPr>
        </p:nvSpPr>
        <p:spPr/>
        <p:txBody>
          <a:bodyPr/>
          <a:lstStyle>
            <a:lvl1pPr>
              <a:defRPr/>
            </a:lvl1pPr>
          </a:lstStyle>
          <a:p>
            <a:pPr lvl="0"/>
            <a:fld id="{F78B8E34-2555-4CAF-8FAF-9116D88848DD}" type="datetime1">
              <a:rPr lang="fr-FR"/>
              <a:pPr lvl="0"/>
              <a:t>07/02/2026</a:t>
            </a:fld>
            <a:endParaRPr lang="fr-FR"/>
          </a:p>
        </p:txBody>
      </p:sp>
      <p:sp>
        <p:nvSpPr>
          <p:cNvPr id="5" name="Espace réservé du pied de page 4">
            <a:extLst>
              <a:ext uri="{FF2B5EF4-FFF2-40B4-BE49-F238E27FC236}">
                <a16:creationId xmlns:a16="http://schemas.microsoft.com/office/drawing/2014/main" id="{DCF201F9-DFD9-B325-01FB-47242DECCC5F}"/>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6806C3BC-5BE0-CFEB-D211-4EDDA04D9E18}"/>
              </a:ext>
            </a:extLst>
          </p:cNvPr>
          <p:cNvSpPr txBox="1">
            <a:spLocks noGrp="1"/>
          </p:cNvSpPr>
          <p:nvPr>
            <p:ph type="sldNum" sz="quarter" idx="8"/>
          </p:nvPr>
        </p:nvSpPr>
        <p:spPr/>
        <p:txBody>
          <a:bodyPr/>
          <a:lstStyle>
            <a:lvl1pPr>
              <a:defRPr/>
            </a:lvl1pPr>
          </a:lstStyle>
          <a:p>
            <a:pPr lvl="0"/>
            <a:fld id="{5282F62C-B254-407D-92F3-67733B7C57E7}" type="slidenum">
              <a:t>‹N°›</a:t>
            </a:fld>
            <a:endParaRPr lang="fr-FR"/>
          </a:p>
        </p:txBody>
      </p:sp>
    </p:spTree>
    <p:extLst>
      <p:ext uri="{BB962C8B-B14F-4D97-AF65-F5344CB8AC3E}">
        <p14:creationId xmlns:p14="http://schemas.microsoft.com/office/powerpoint/2010/main" val="274347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49A12B-58B4-364A-203B-61FDC48E3DA2}"/>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contenu 2">
            <a:extLst>
              <a:ext uri="{FF2B5EF4-FFF2-40B4-BE49-F238E27FC236}">
                <a16:creationId xmlns:a16="http://schemas.microsoft.com/office/drawing/2014/main" id="{F1537254-3B94-DE79-20AC-89883D8D2C9F}"/>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5F96C41-18EB-22D5-D421-CB45068E0518}"/>
              </a:ext>
            </a:extLst>
          </p:cNvPr>
          <p:cNvSpPr txBox="1">
            <a:spLocks noGrp="1"/>
          </p:cNvSpPr>
          <p:nvPr>
            <p:ph type="dt" sz="half" idx="7"/>
          </p:nvPr>
        </p:nvSpPr>
        <p:spPr/>
        <p:txBody>
          <a:bodyPr/>
          <a:lstStyle>
            <a:lvl1pPr>
              <a:defRPr/>
            </a:lvl1pPr>
          </a:lstStyle>
          <a:p>
            <a:pPr lvl="0"/>
            <a:fld id="{A436DCD8-988F-479D-A647-4456BC5CE483}" type="datetime1">
              <a:rPr lang="fr-FR"/>
              <a:pPr lvl="0"/>
              <a:t>07/02/2026</a:t>
            </a:fld>
            <a:endParaRPr lang="fr-FR"/>
          </a:p>
        </p:txBody>
      </p:sp>
      <p:sp>
        <p:nvSpPr>
          <p:cNvPr id="5" name="Espace réservé du pied de page 4">
            <a:extLst>
              <a:ext uri="{FF2B5EF4-FFF2-40B4-BE49-F238E27FC236}">
                <a16:creationId xmlns:a16="http://schemas.microsoft.com/office/drawing/2014/main" id="{E27FE075-6B32-8253-610C-418C6A1750AB}"/>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0CB3C6B3-A8B9-922D-E381-C223EAC955A9}"/>
              </a:ext>
            </a:extLst>
          </p:cNvPr>
          <p:cNvSpPr txBox="1">
            <a:spLocks noGrp="1"/>
          </p:cNvSpPr>
          <p:nvPr>
            <p:ph type="sldNum" sz="quarter" idx="8"/>
          </p:nvPr>
        </p:nvSpPr>
        <p:spPr/>
        <p:txBody>
          <a:bodyPr/>
          <a:lstStyle>
            <a:lvl1pPr>
              <a:defRPr/>
            </a:lvl1pPr>
          </a:lstStyle>
          <a:p>
            <a:pPr lvl="0"/>
            <a:fld id="{C997A490-5600-4392-A24A-00722E955F45}" type="slidenum">
              <a:t>‹N°›</a:t>
            </a:fld>
            <a:endParaRPr lang="fr-FR"/>
          </a:p>
        </p:txBody>
      </p:sp>
    </p:spTree>
    <p:extLst>
      <p:ext uri="{BB962C8B-B14F-4D97-AF65-F5344CB8AC3E}">
        <p14:creationId xmlns:p14="http://schemas.microsoft.com/office/powerpoint/2010/main" val="38243440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1A33AC-BE60-03A3-B919-F087CF8D42EA}"/>
              </a:ext>
            </a:extLst>
          </p:cNvPr>
          <p:cNvSpPr txBox="1">
            <a:spLocks noGrp="1"/>
          </p:cNvSpPr>
          <p:nvPr>
            <p:ph type="title"/>
          </p:nvPr>
        </p:nvSpPr>
        <p:spPr>
          <a:xfrm>
            <a:off x="831847" y="1709735"/>
            <a:ext cx="10515600" cy="2852735"/>
          </a:xfrm>
        </p:spPr>
        <p:txBody>
          <a:bodyPr anchor="b"/>
          <a:lstStyle>
            <a:lvl1pPr>
              <a:defRPr sz="6000"/>
            </a:lvl1pPr>
          </a:lstStyle>
          <a:p>
            <a:pPr lvl="0"/>
            <a:r>
              <a:rPr lang="fr-FR"/>
              <a:t>Modifiez le style du titre</a:t>
            </a:r>
          </a:p>
        </p:txBody>
      </p:sp>
      <p:sp>
        <p:nvSpPr>
          <p:cNvPr id="3" name="Espace réservé du texte 2">
            <a:extLst>
              <a:ext uri="{FF2B5EF4-FFF2-40B4-BE49-F238E27FC236}">
                <a16:creationId xmlns:a16="http://schemas.microsoft.com/office/drawing/2014/main" id="{65B90449-3387-F4FF-8C48-26BAC7673C28}"/>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5656B75-1BCE-9DBE-28B2-DEBAFC732D22}"/>
              </a:ext>
            </a:extLst>
          </p:cNvPr>
          <p:cNvSpPr txBox="1">
            <a:spLocks noGrp="1"/>
          </p:cNvSpPr>
          <p:nvPr>
            <p:ph type="dt" sz="half" idx="7"/>
          </p:nvPr>
        </p:nvSpPr>
        <p:spPr/>
        <p:txBody>
          <a:bodyPr/>
          <a:lstStyle>
            <a:lvl1pPr>
              <a:defRPr/>
            </a:lvl1pPr>
          </a:lstStyle>
          <a:p>
            <a:pPr lvl="0"/>
            <a:fld id="{43DF21FC-7602-4E58-8B44-CD3CC1C06FE8}" type="datetime1">
              <a:rPr lang="fr-FR"/>
              <a:pPr lvl="0"/>
              <a:t>07/02/2026</a:t>
            </a:fld>
            <a:endParaRPr lang="fr-FR"/>
          </a:p>
        </p:txBody>
      </p:sp>
      <p:sp>
        <p:nvSpPr>
          <p:cNvPr id="5" name="Espace réservé du pied de page 4">
            <a:extLst>
              <a:ext uri="{FF2B5EF4-FFF2-40B4-BE49-F238E27FC236}">
                <a16:creationId xmlns:a16="http://schemas.microsoft.com/office/drawing/2014/main" id="{F8A7ECCD-69CF-DE2B-E916-3C88C7354663}"/>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F0AEA690-BFAF-91F0-649B-FB3E6C6025FB}"/>
              </a:ext>
            </a:extLst>
          </p:cNvPr>
          <p:cNvSpPr txBox="1">
            <a:spLocks noGrp="1"/>
          </p:cNvSpPr>
          <p:nvPr>
            <p:ph type="sldNum" sz="quarter" idx="8"/>
          </p:nvPr>
        </p:nvSpPr>
        <p:spPr/>
        <p:txBody>
          <a:bodyPr/>
          <a:lstStyle>
            <a:lvl1pPr>
              <a:defRPr/>
            </a:lvl1pPr>
          </a:lstStyle>
          <a:p>
            <a:pPr lvl="0"/>
            <a:fld id="{C0617DCC-23B6-4EEA-A2B3-37E42A751CBE}" type="slidenum">
              <a:t>‹N°›</a:t>
            </a:fld>
            <a:endParaRPr lang="fr-FR"/>
          </a:p>
        </p:txBody>
      </p:sp>
    </p:spTree>
    <p:extLst>
      <p:ext uri="{BB962C8B-B14F-4D97-AF65-F5344CB8AC3E}">
        <p14:creationId xmlns:p14="http://schemas.microsoft.com/office/powerpoint/2010/main" val="245020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549A6-0BE8-547E-336A-FAE3581CB839}"/>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contenu 2">
            <a:extLst>
              <a:ext uri="{FF2B5EF4-FFF2-40B4-BE49-F238E27FC236}">
                <a16:creationId xmlns:a16="http://schemas.microsoft.com/office/drawing/2014/main" id="{E9EE1E73-0DC6-2F7B-BFA1-993FA42B9340}"/>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AE35145-A260-315A-24B5-CFC87F81D69D}"/>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62807CB-08F6-E7C2-967B-8B93C043B639}"/>
              </a:ext>
            </a:extLst>
          </p:cNvPr>
          <p:cNvSpPr txBox="1">
            <a:spLocks noGrp="1"/>
          </p:cNvSpPr>
          <p:nvPr>
            <p:ph type="dt" sz="half" idx="7"/>
          </p:nvPr>
        </p:nvSpPr>
        <p:spPr/>
        <p:txBody>
          <a:bodyPr/>
          <a:lstStyle>
            <a:lvl1pPr>
              <a:defRPr/>
            </a:lvl1pPr>
          </a:lstStyle>
          <a:p>
            <a:pPr lvl="0"/>
            <a:fld id="{6439D67C-5017-4406-ACDE-12B1BE9A7F6C}" type="datetime1">
              <a:rPr lang="fr-FR"/>
              <a:pPr lvl="0"/>
              <a:t>07/02/2026</a:t>
            </a:fld>
            <a:endParaRPr lang="fr-FR"/>
          </a:p>
        </p:txBody>
      </p:sp>
      <p:sp>
        <p:nvSpPr>
          <p:cNvPr id="6" name="Espace réservé du pied de page 5">
            <a:extLst>
              <a:ext uri="{FF2B5EF4-FFF2-40B4-BE49-F238E27FC236}">
                <a16:creationId xmlns:a16="http://schemas.microsoft.com/office/drawing/2014/main" id="{9646D919-DE40-E5F0-14D1-D0969CB54D25}"/>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C725DC9E-4BB6-8520-9651-EFA03038E577}"/>
              </a:ext>
            </a:extLst>
          </p:cNvPr>
          <p:cNvSpPr txBox="1">
            <a:spLocks noGrp="1"/>
          </p:cNvSpPr>
          <p:nvPr>
            <p:ph type="sldNum" sz="quarter" idx="8"/>
          </p:nvPr>
        </p:nvSpPr>
        <p:spPr/>
        <p:txBody>
          <a:bodyPr/>
          <a:lstStyle>
            <a:lvl1pPr>
              <a:defRPr/>
            </a:lvl1pPr>
          </a:lstStyle>
          <a:p>
            <a:pPr lvl="0"/>
            <a:fld id="{FEED3854-EA5C-4AD3-A3EF-0BA22F801C47}" type="slidenum">
              <a:t>‹N°›</a:t>
            </a:fld>
            <a:endParaRPr lang="fr-FR"/>
          </a:p>
        </p:txBody>
      </p:sp>
    </p:spTree>
    <p:extLst>
      <p:ext uri="{BB962C8B-B14F-4D97-AF65-F5344CB8AC3E}">
        <p14:creationId xmlns:p14="http://schemas.microsoft.com/office/powerpoint/2010/main" val="1369693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31DD2C-A220-691A-195C-7F2642461F91}"/>
              </a:ext>
            </a:extLst>
          </p:cNvPr>
          <p:cNvSpPr txBox="1">
            <a:spLocks noGrp="1"/>
          </p:cNvSpPr>
          <p:nvPr>
            <p:ph type="title"/>
          </p:nvPr>
        </p:nvSpPr>
        <p:spPr>
          <a:xfrm>
            <a:off x="839784" y="365129"/>
            <a:ext cx="10515600" cy="1325559"/>
          </a:xfrm>
        </p:spPr>
        <p:txBody>
          <a:bodyPr/>
          <a:lstStyle>
            <a:lvl1pPr>
              <a:defRPr/>
            </a:lvl1pPr>
          </a:lstStyle>
          <a:p>
            <a:pPr lvl="0"/>
            <a:r>
              <a:rPr lang="fr-FR"/>
              <a:t>Modifiez le style du titre</a:t>
            </a:r>
          </a:p>
        </p:txBody>
      </p:sp>
      <p:sp>
        <p:nvSpPr>
          <p:cNvPr id="3" name="Espace réservé du texte 2">
            <a:extLst>
              <a:ext uri="{FF2B5EF4-FFF2-40B4-BE49-F238E27FC236}">
                <a16:creationId xmlns:a16="http://schemas.microsoft.com/office/drawing/2014/main" id="{E3F8887C-AE60-6BE8-9944-4032C58263DB}"/>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4F6B59F-9197-752A-81CF-4D030F4E6174}"/>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4ADD023-F8DE-78DE-A47E-9E6CEB7B2F67}"/>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0C092C5-2D5F-C6E0-1BEA-9268897499D4}"/>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EA0F8B9-81DB-3A06-9461-9565C0581026}"/>
              </a:ext>
            </a:extLst>
          </p:cNvPr>
          <p:cNvSpPr txBox="1">
            <a:spLocks noGrp="1"/>
          </p:cNvSpPr>
          <p:nvPr>
            <p:ph type="dt" sz="half" idx="7"/>
          </p:nvPr>
        </p:nvSpPr>
        <p:spPr/>
        <p:txBody>
          <a:bodyPr/>
          <a:lstStyle>
            <a:lvl1pPr>
              <a:defRPr/>
            </a:lvl1pPr>
          </a:lstStyle>
          <a:p>
            <a:pPr lvl="0"/>
            <a:fld id="{B250505E-BA92-496B-8C6D-90E0A7389E32}" type="datetime1">
              <a:rPr lang="fr-FR"/>
              <a:pPr lvl="0"/>
              <a:t>07/02/2026</a:t>
            </a:fld>
            <a:endParaRPr lang="fr-FR"/>
          </a:p>
        </p:txBody>
      </p:sp>
      <p:sp>
        <p:nvSpPr>
          <p:cNvPr id="8" name="Espace réservé du pied de page 7">
            <a:extLst>
              <a:ext uri="{FF2B5EF4-FFF2-40B4-BE49-F238E27FC236}">
                <a16:creationId xmlns:a16="http://schemas.microsoft.com/office/drawing/2014/main" id="{5B6C425A-AEF2-83D7-0126-F696592DEA3A}"/>
              </a:ext>
            </a:extLst>
          </p:cNvPr>
          <p:cNvSpPr txBox="1">
            <a:spLocks noGrp="1"/>
          </p:cNvSpPr>
          <p:nvPr>
            <p:ph type="ftr" sz="quarter" idx="9"/>
          </p:nvPr>
        </p:nvSpPr>
        <p:spPr/>
        <p:txBody>
          <a:bodyPr/>
          <a:lstStyle>
            <a:lvl1pPr>
              <a:defRPr/>
            </a:lvl1pPr>
          </a:lstStyle>
          <a:p>
            <a:pPr lvl="0"/>
            <a:endParaRPr lang="fr-FR"/>
          </a:p>
        </p:txBody>
      </p:sp>
      <p:sp>
        <p:nvSpPr>
          <p:cNvPr id="9" name="Espace réservé du numéro de diapositive 8">
            <a:extLst>
              <a:ext uri="{FF2B5EF4-FFF2-40B4-BE49-F238E27FC236}">
                <a16:creationId xmlns:a16="http://schemas.microsoft.com/office/drawing/2014/main" id="{4C2FE560-D2B7-4B79-69FC-0C6039959E6E}"/>
              </a:ext>
            </a:extLst>
          </p:cNvPr>
          <p:cNvSpPr txBox="1">
            <a:spLocks noGrp="1"/>
          </p:cNvSpPr>
          <p:nvPr>
            <p:ph type="sldNum" sz="quarter" idx="8"/>
          </p:nvPr>
        </p:nvSpPr>
        <p:spPr/>
        <p:txBody>
          <a:bodyPr/>
          <a:lstStyle>
            <a:lvl1pPr>
              <a:defRPr/>
            </a:lvl1pPr>
          </a:lstStyle>
          <a:p>
            <a:pPr lvl="0"/>
            <a:fld id="{F6BCD212-B686-4ECA-940B-1396D689A3DC}" type="slidenum">
              <a:t>‹N°›</a:t>
            </a:fld>
            <a:endParaRPr lang="fr-FR"/>
          </a:p>
        </p:txBody>
      </p:sp>
    </p:spTree>
    <p:extLst>
      <p:ext uri="{BB962C8B-B14F-4D97-AF65-F5344CB8AC3E}">
        <p14:creationId xmlns:p14="http://schemas.microsoft.com/office/powerpoint/2010/main" val="2143830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E9E7E1-010C-06E5-F5F3-2ABD09571E9F}"/>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e la date 2">
            <a:extLst>
              <a:ext uri="{FF2B5EF4-FFF2-40B4-BE49-F238E27FC236}">
                <a16:creationId xmlns:a16="http://schemas.microsoft.com/office/drawing/2014/main" id="{A77581EA-169F-17CC-3C0C-36CAB3D0A1A3}"/>
              </a:ext>
            </a:extLst>
          </p:cNvPr>
          <p:cNvSpPr txBox="1">
            <a:spLocks noGrp="1"/>
          </p:cNvSpPr>
          <p:nvPr>
            <p:ph type="dt" sz="half" idx="7"/>
          </p:nvPr>
        </p:nvSpPr>
        <p:spPr/>
        <p:txBody>
          <a:bodyPr/>
          <a:lstStyle>
            <a:lvl1pPr>
              <a:defRPr/>
            </a:lvl1pPr>
          </a:lstStyle>
          <a:p>
            <a:pPr lvl="0"/>
            <a:fld id="{DD3BF961-3C06-4EA1-9FE3-279DF5D89AB7}" type="datetime1">
              <a:rPr lang="fr-FR"/>
              <a:pPr lvl="0"/>
              <a:t>07/02/2026</a:t>
            </a:fld>
            <a:endParaRPr lang="fr-FR"/>
          </a:p>
        </p:txBody>
      </p:sp>
      <p:sp>
        <p:nvSpPr>
          <p:cNvPr id="4" name="Espace réservé du pied de page 3">
            <a:extLst>
              <a:ext uri="{FF2B5EF4-FFF2-40B4-BE49-F238E27FC236}">
                <a16:creationId xmlns:a16="http://schemas.microsoft.com/office/drawing/2014/main" id="{178F2E62-7D61-57C0-F4C6-1A062C8AEF47}"/>
              </a:ext>
            </a:extLst>
          </p:cNvPr>
          <p:cNvSpPr txBox="1">
            <a:spLocks noGrp="1"/>
          </p:cNvSpPr>
          <p:nvPr>
            <p:ph type="ftr" sz="quarter" idx="9"/>
          </p:nvPr>
        </p:nvSpPr>
        <p:spPr/>
        <p:txBody>
          <a:bodyPr/>
          <a:lstStyle>
            <a:lvl1pPr>
              <a:defRPr/>
            </a:lvl1pPr>
          </a:lstStyle>
          <a:p>
            <a:pPr lvl="0"/>
            <a:endParaRPr lang="fr-FR"/>
          </a:p>
        </p:txBody>
      </p:sp>
      <p:sp>
        <p:nvSpPr>
          <p:cNvPr id="5" name="Espace réservé du numéro de diapositive 4">
            <a:extLst>
              <a:ext uri="{FF2B5EF4-FFF2-40B4-BE49-F238E27FC236}">
                <a16:creationId xmlns:a16="http://schemas.microsoft.com/office/drawing/2014/main" id="{A3869906-7139-B380-0FFD-87A95C1953B3}"/>
              </a:ext>
            </a:extLst>
          </p:cNvPr>
          <p:cNvSpPr txBox="1">
            <a:spLocks noGrp="1"/>
          </p:cNvSpPr>
          <p:nvPr>
            <p:ph type="sldNum" sz="quarter" idx="8"/>
          </p:nvPr>
        </p:nvSpPr>
        <p:spPr/>
        <p:txBody>
          <a:bodyPr/>
          <a:lstStyle>
            <a:lvl1pPr>
              <a:defRPr/>
            </a:lvl1pPr>
          </a:lstStyle>
          <a:p>
            <a:pPr lvl="0"/>
            <a:fld id="{296E1789-F030-4187-AE4E-EB8EB15F7F87}" type="slidenum">
              <a:t>‹N°›</a:t>
            </a:fld>
            <a:endParaRPr lang="fr-FR"/>
          </a:p>
        </p:txBody>
      </p:sp>
    </p:spTree>
    <p:extLst>
      <p:ext uri="{BB962C8B-B14F-4D97-AF65-F5344CB8AC3E}">
        <p14:creationId xmlns:p14="http://schemas.microsoft.com/office/powerpoint/2010/main" val="4226514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4CF52D9-FAB2-E604-279B-DE8F938E29BF}"/>
              </a:ext>
            </a:extLst>
          </p:cNvPr>
          <p:cNvSpPr txBox="1">
            <a:spLocks noGrp="1"/>
          </p:cNvSpPr>
          <p:nvPr>
            <p:ph type="dt" sz="half" idx="7"/>
          </p:nvPr>
        </p:nvSpPr>
        <p:spPr/>
        <p:txBody>
          <a:bodyPr/>
          <a:lstStyle>
            <a:lvl1pPr>
              <a:defRPr/>
            </a:lvl1pPr>
          </a:lstStyle>
          <a:p>
            <a:pPr lvl="0"/>
            <a:fld id="{36244863-EB29-4184-A63D-DD7913C67380}" type="datetime1">
              <a:rPr lang="fr-FR"/>
              <a:pPr lvl="0"/>
              <a:t>07/02/2026</a:t>
            </a:fld>
            <a:endParaRPr lang="fr-FR"/>
          </a:p>
        </p:txBody>
      </p:sp>
      <p:sp>
        <p:nvSpPr>
          <p:cNvPr id="3" name="Espace réservé du pied de page 2">
            <a:extLst>
              <a:ext uri="{FF2B5EF4-FFF2-40B4-BE49-F238E27FC236}">
                <a16:creationId xmlns:a16="http://schemas.microsoft.com/office/drawing/2014/main" id="{C810199B-6BCB-38D2-309F-EA44D057EE1C}"/>
              </a:ext>
            </a:extLst>
          </p:cNvPr>
          <p:cNvSpPr txBox="1">
            <a:spLocks noGrp="1"/>
          </p:cNvSpPr>
          <p:nvPr>
            <p:ph type="ftr" sz="quarter" idx="9"/>
          </p:nvPr>
        </p:nvSpPr>
        <p:spPr/>
        <p:txBody>
          <a:bodyPr/>
          <a:lstStyle>
            <a:lvl1pPr>
              <a:defRPr/>
            </a:lvl1pPr>
          </a:lstStyle>
          <a:p>
            <a:pPr lvl="0"/>
            <a:endParaRPr lang="fr-FR"/>
          </a:p>
        </p:txBody>
      </p:sp>
      <p:sp>
        <p:nvSpPr>
          <p:cNvPr id="4" name="Espace réservé du numéro de diapositive 3">
            <a:extLst>
              <a:ext uri="{FF2B5EF4-FFF2-40B4-BE49-F238E27FC236}">
                <a16:creationId xmlns:a16="http://schemas.microsoft.com/office/drawing/2014/main" id="{8E3CC22D-A843-F079-CCEA-5A552B1B6EEC}"/>
              </a:ext>
            </a:extLst>
          </p:cNvPr>
          <p:cNvSpPr txBox="1">
            <a:spLocks noGrp="1"/>
          </p:cNvSpPr>
          <p:nvPr>
            <p:ph type="sldNum" sz="quarter" idx="8"/>
          </p:nvPr>
        </p:nvSpPr>
        <p:spPr/>
        <p:txBody>
          <a:bodyPr/>
          <a:lstStyle>
            <a:lvl1pPr>
              <a:defRPr/>
            </a:lvl1pPr>
          </a:lstStyle>
          <a:p>
            <a:pPr lvl="0"/>
            <a:fld id="{ADA63C79-2D9E-416A-A297-B4B4260101CD}" type="slidenum">
              <a:t>‹N°›</a:t>
            </a:fld>
            <a:endParaRPr lang="fr-FR"/>
          </a:p>
        </p:txBody>
      </p:sp>
    </p:spTree>
    <p:extLst>
      <p:ext uri="{BB962C8B-B14F-4D97-AF65-F5344CB8AC3E}">
        <p14:creationId xmlns:p14="http://schemas.microsoft.com/office/powerpoint/2010/main" val="341508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BDFE71-D381-0BF2-C27C-820070793EFA}"/>
              </a:ext>
            </a:extLst>
          </p:cNvPr>
          <p:cNvSpPr txBox="1">
            <a:spLocks noGrp="1"/>
          </p:cNvSpPr>
          <p:nvPr>
            <p:ph type="title"/>
          </p:nvPr>
        </p:nvSpPr>
        <p:spPr>
          <a:xfrm>
            <a:off x="839784" y="457200"/>
            <a:ext cx="3932240" cy="1600200"/>
          </a:xfrm>
        </p:spPr>
        <p:txBody>
          <a:bodyPr anchor="b"/>
          <a:lstStyle>
            <a:lvl1pPr>
              <a:defRPr sz="3200"/>
            </a:lvl1pPr>
          </a:lstStyle>
          <a:p>
            <a:pPr lvl="0"/>
            <a:r>
              <a:rPr lang="fr-FR"/>
              <a:t>Modifiez le style du titre</a:t>
            </a:r>
          </a:p>
        </p:txBody>
      </p:sp>
      <p:sp>
        <p:nvSpPr>
          <p:cNvPr id="3" name="Espace réservé du contenu 2">
            <a:extLst>
              <a:ext uri="{FF2B5EF4-FFF2-40B4-BE49-F238E27FC236}">
                <a16:creationId xmlns:a16="http://schemas.microsoft.com/office/drawing/2014/main" id="{20FCF56B-90EA-6716-66DE-F695B8CBB0E9}"/>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EDBB4D4-580E-F35C-7888-310C93C5A7DF}"/>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E16ECAA-9A9E-9274-A9D6-A7AB111528C2}"/>
              </a:ext>
            </a:extLst>
          </p:cNvPr>
          <p:cNvSpPr txBox="1">
            <a:spLocks noGrp="1"/>
          </p:cNvSpPr>
          <p:nvPr>
            <p:ph type="dt" sz="half" idx="7"/>
          </p:nvPr>
        </p:nvSpPr>
        <p:spPr/>
        <p:txBody>
          <a:bodyPr/>
          <a:lstStyle>
            <a:lvl1pPr>
              <a:defRPr/>
            </a:lvl1pPr>
          </a:lstStyle>
          <a:p>
            <a:pPr lvl="0"/>
            <a:fld id="{2938A206-BA27-4792-89E1-53C3007FC8CD}" type="datetime1">
              <a:rPr lang="fr-FR"/>
              <a:pPr lvl="0"/>
              <a:t>07/02/2026</a:t>
            </a:fld>
            <a:endParaRPr lang="fr-FR"/>
          </a:p>
        </p:txBody>
      </p:sp>
      <p:sp>
        <p:nvSpPr>
          <p:cNvPr id="6" name="Espace réservé du pied de page 5">
            <a:extLst>
              <a:ext uri="{FF2B5EF4-FFF2-40B4-BE49-F238E27FC236}">
                <a16:creationId xmlns:a16="http://schemas.microsoft.com/office/drawing/2014/main" id="{CAF44BBC-7E13-0CE6-547A-34543EDA5A5E}"/>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F23EBB90-D5E3-AB8F-53DD-ED0AECBFFA05}"/>
              </a:ext>
            </a:extLst>
          </p:cNvPr>
          <p:cNvSpPr txBox="1">
            <a:spLocks noGrp="1"/>
          </p:cNvSpPr>
          <p:nvPr>
            <p:ph type="sldNum" sz="quarter" idx="8"/>
          </p:nvPr>
        </p:nvSpPr>
        <p:spPr/>
        <p:txBody>
          <a:bodyPr/>
          <a:lstStyle>
            <a:lvl1pPr>
              <a:defRPr/>
            </a:lvl1pPr>
          </a:lstStyle>
          <a:p>
            <a:pPr lvl="0"/>
            <a:fld id="{89F48D1F-F11E-427B-B96A-32FDF0A526FE}" type="slidenum">
              <a:t>‹N°›</a:t>
            </a:fld>
            <a:endParaRPr lang="fr-FR"/>
          </a:p>
        </p:txBody>
      </p:sp>
    </p:spTree>
    <p:extLst>
      <p:ext uri="{BB962C8B-B14F-4D97-AF65-F5344CB8AC3E}">
        <p14:creationId xmlns:p14="http://schemas.microsoft.com/office/powerpoint/2010/main" val="1535219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CE901F-314E-DAE4-D39E-F8A909521585}"/>
              </a:ext>
            </a:extLst>
          </p:cNvPr>
          <p:cNvSpPr txBox="1">
            <a:spLocks noGrp="1"/>
          </p:cNvSpPr>
          <p:nvPr>
            <p:ph type="title"/>
          </p:nvPr>
        </p:nvSpPr>
        <p:spPr>
          <a:xfrm>
            <a:off x="839784" y="457200"/>
            <a:ext cx="3932240" cy="1600200"/>
          </a:xfrm>
        </p:spPr>
        <p:txBody>
          <a:bodyPr anchor="b"/>
          <a:lstStyle>
            <a:lvl1pPr>
              <a:defRPr sz="3200"/>
            </a:lvl1pPr>
          </a:lstStyle>
          <a:p>
            <a:pPr lvl="0"/>
            <a:r>
              <a:rPr lang="fr-FR"/>
              <a:t>Modifiez le style du titre</a:t>
            </a:r>
          </a:p>
        </p:txBody>
      </p:sp>
      <p:sp>
        <p:nvSpPr>
          <p:cNvPr id="3" name="Espace réservé pour une image  2">
            <a:extLst>
              <a:ext uri="{FF2B5EF4-FFF2-40B4-BE49-F238E27FC236}">
                <a16:creationId xmlns:a16="http://schemas.microsoft.com/office/drawing/2014/main" id="{81BD8255-D6E0-BD90-419E-37C711EDB4B7}"/>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fr-FR"/>
          </a:p>
        </p:txBody>
      </p:sp>
      <p:sp>
        <p:nvSpPr>
          <p:cNvPr id="4" name="Espace réservé du texte 3">
            <a:extLst>
              <a:ext uri="{FF2B5EF4-FFF2-40B4-BE49-F238E27FC236}">
                <a16:creationId xmlns:a16="http://schemas.microsoft.com/office/drawing/2014/main" id="{7ADA9E97-748A-7E14-8503-8D56F28B587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17D1280-DFFC-E44F-FA92-2F419D7BB45A}"/>
              </a:ext>
            </a:extLst>
          </p:cNvPr>
          <p:cNvSpPr txBox="1">
            <a:spLocks noGrp="1"/>
          </p:cNvSpPr>
          <p:nvPr>
            <p:ph type="dt" sz="half" idx="7"/>
          </p:nvPr>
        </p:nvSpPr>
        <p:spPr/>
        <p:txBody>
          <a:bodyPr/>
          <a:lstStyle>
            <a:lvl1pPr>
              <a:defRPr/>
            </a:lvl1pPr>
          </a:lstStyle>
          <a:p>
            <a:pPr lvl="0"/>
            <a:fld id="{CED17627-5729-4990-9576-5838DB3D803F}" type="datetime1">
              <a:rPr lang="fr-FR"/>
              <a:pPr lvl="0"/>
              <a:t>07/02/2026</a:t>
            </a:fld>
            <a:endParaRPr lang="fr-FR"/>
          </a:p>
        </p:txBody>
      </p:sp>
      <p:sp>
        <p:nvSpPr>
          <p:cNvPr id="6" name="Espace réservé du pied de page 5">
            <a:extLst>
              <a:ext uri="{FF2B5EF4-FFF2-40B4-BE49-F238E27FC236}">
                <a16:creationId xmlns:a16="http://schemas.microsoft.com/office/drawing/2014/main" id="{FE96B4B4-F7AA-28B7-F4A1-1CB487836F96}"/>
              </a:ext>
            </a:extLst>
          </p:cNvPr>
          <p:cNvSpPr txBox="1">
            <a:spLocks noGrp="1"/>
          </p:cNvSpPr>
          <p:nvPr>
            <p:ph type="ftr" sz="quarter" idx="9"/>
          </p:nvPr>
        </p:nvSpPr>
        <p:spPr/>
        <p:txBody>
          <a:bodyPr/>
          <a:lstStyle>
            <a:lvl1pPr>
              <a:defRPr/>
            </a:lvl1pPr>
          </a:lstStyle>
          <a:p>
            <a:pPr lvl="0"/>
            <a:endParaRPr lang="fr-FR"/>
          </a:p>
        </p:txBody>
      </p:sp>
      <p:sp>
        <p:nvSpPr>
          <p:cNvPr id="7" name="Espace réservé du numéro de diapositive 6">
            <a:extLst>
              <a:ext uri="{FF2B5EF4-FFF2-40B4-BE49-F238E27FC236}">
                <a16:creationId xmlns:a16="http://schemas.microsoft.com/office/drawing/2014/main" id="{7EAAAF4A-41D4-21E2-EAC0-C4281F026AFC}"/>
              </a:ext>
            </a:extLst>
          </p:cNvPr>
          <p:cNvSpPr txBox="1">
            <a:spLocks noGrp="1"/>
          </p:cNvSpPr>
          <p:nvPr>
            <p:ph type="sldNum" sz="quarter" idx="8"/>
          </p:nvPr>
        </p:nvSpPr>
        <p:spPr/>
        <p:txBody>
          <a:bodyPr/>
          <a:lstStyle>
            <a:lvl1pPr>
              <a:defRPr/>
            </a:lvl1pPr>
          </a:lstStyle>
          <a:p>
            <a:pPr lvl="0"/>
            <a:fld id="{7551B5F2-95CC-475C-9B94-862DCD066FD0}" type="slidenum">
              <a:t>‹N°›</a:t>
            </a:fld>
            <a:endParaRPr lang="fr-FR"/>
          </a:p>
        </p:txBody>
      </p:sp>
    </p:spTree>
    <p:extLst>
      <p:ext uri="{BB962C8B-B14F-4D97-AF65-F5344CB8AC3E}">
        <p14:creationId xmlns:p14="http://schemas.microsoft.com/office/powerpoint/2010/main" val="3446037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CA4D3-07D6-59D8-AC47-2FACD182E7A9}"/>
              </a:ext>
            </a:extLst>
          </p:cNvPr>
          <p:cNvSpPr txBox="1">
            <a:spLocks noGrp="1"/>
          </p:cNvSpPr>
          <p:nvPr>
            <p:ph type="title"/>
          </p:nvPr>
        </p:nvSpPr>
        <p:spPr/>
        <p:txBody>
          <a:bodyPr/>
          <a:lstStyle>
            <a:lvl1pPr>
              <a:defRPr/>
            </a:lvl1pPr>
          </a:lstStyle>
          <a:p>
            <a:pPr lvl="0"/>
            <a:r>
              <a:rPr lang="fr-FR"/>
              <a:t>Modifiez le style du titre</a:t>
            </a:r>
          </a:p>
        </p:txBody>
      </p:sp>
      <p:sp>
        <p:nvSpPr>
          <p:cNvPr id="3" name="Espace réservé du texte vertical 2">
            <a:extLst>
              <a:ext uri="{FF2B5EF4-FFF2-40B4-BE49-F238E27FC236}">
                <a16:creationId xmlns:a16="http://schemas.microsoft.com/office/drawing/2014/main" id="{2A0CEDFD-5A74-9383-0A90-3191AC6065C5}"/>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34595CF-44B8-812A-69FD-F0731E8F3194}"/>
              </a:ext>
            </a:extLst>
          </p:cNvPr>
          <p:cNvSpPr txBox="1">
            <a:spLocks noGrp="1"/>
          </p:cNvSpPr>
          <p:nvPr>
            <p:ph type="dt" sz="half" idx="7"/>
          </p:nvPr>
        </p:nvSpPr>
        <p:spPr/>
        <p:txBody>
          <a:bodyPr/>
          <a:lstStyle>
            <a:lvl1pPr>
              <a:defRPr/>
            </a:lvl1pPr>
          </a:lstStyle>
          <a:p>
            <a:pPr lvl="0"/>
            <a:fld id="{139BBF99-BA73-454E-942A-17E7A1AED103}" type="datetime1">
              <a:rPr lang="fr-FR"/>
              <a:pPr lvl="0"/>
              <a:t>07/02/2026</a:t>
            </a:fld>
            <a:endParaRPr lang="fr-FR"/>
          </a:p>
        </p:txBody>
      </p:sp>
      <p:sp>
        <p:nvSpPr>
          <p:cNvPr id="5" name="Espace réservé du pied de page 4">
            <a:extLst>
              <a:ext uri="{FF2B5EF4-FFF2-40B4-BE49-F238E27FC236}">
                <a16:creationId xmlns:a16="http://schemas.microsoft.com/office/drawing/2014/main" id="{1EB9FB67-B513-7C3C-CFF4-AABBA95E8748}"/>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988AFE7E-6384-60C4-4C9A-6F6E41654231}"/>
              </a:ext>
            </a:extLst>
          </p:cNvPr>
          <p:cNvSpPr txBox="1">
            <a:spLocks noGrp="1"/>
          </p:cNvSpPr>
          <p:nvPr>
            <p:ph type="sldNum" sz="quarter" idx="8"/>
          </p:nvPr>
        </p:nvSpPr>
        <p:spPr/>
        <p:txBody>
          <a:bodyPr/>
          <a:lstStyle>
            <a:lvl1pPr>
              <a:defRPr/>
            </a:lvl1pPr>
          </a:lstStyle>
          <a:p>
            <a:pPr lvl="0"/>
            <a:fld id="{12032E22-8C88-4334-8A8B-FC5532F13287}" type="slidenum">
              <a:t>‹N°›</a:t>
            </a:fld>
            <a:endParaRPr lang="fr-FR"/>
          </a:p>
        </p:txBody>
      </p:sp>
    </p:spTree>
    <p:extLst>
      <p:ext uri="{BB962C8B-B14F-4D97-AF65-F5344CB8AC3E}">
        <p14:creationId xmlns:p14="http://schemas.microsoft.com/office/powerpoint/2010/main" val="1481612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387ED3-E556-8640-216D-07B80FEBF4E6}"/>
              </a:ext>
            </a:extLst>
          </p:cNvPr>
          <p:cNvSpPr txBox="1">
            <a:spLocks noGrp="1"/>
          </p:cNvSpPr>
          <p:nvPr>
            <p:ph type="title" orient="vert"/>
          </p:nvPr>
        </p:nvSpPr>
        <p:spPr>
          <a:xfrm>
            <a:off x="8724903" y="365129"/>
            <a:ext cx="2628899" cy="5811834"/>
          </a:xfrm>
        </p:spPr>
        <p:txBody>
          <a:bodyPr vert="eaVert"/>
          <a:lstStyle>
            <a:lvl1pPr>
              <a:defRPr/>
            </a:lvl1pPr>
          </a:lstStyle>
          <a:p>
            <a:pPr lvl="0"/>
            <a:r>
              <a:rPr lang="fr-FR"/>
              <a:t>Modifiez le style du titre</a:t>
            </a:r>
          </a:p>
        </p:txBody>
      </p:sp>
      <p:sp>
        <p:nvSpPr>
          <p:cNvPr id="3" name="Espace réservé du texte vertical 2">
            <a:extLst>
              <a:ext uri="{FF2B5EF4-FFF2-40B4-BE49-F238E27FC236}">
                <a16:creationId xmlns:a16="http://schemas.microsoft.com/office/drawing/2014/main" id="{FD0D4366-81B6-0599-D902-570829044E2B}"/>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F758312-96A7-13A4-7535-3862BDB25115}"/>
              </a:ext>
            </a:extLst>
          </p:cNvPr>
          <p:cNvSpPr txBox="1">
            <a:spLocks noGrp="1"/>
          </p:cNvSpPr>
          <p:nvPr>
            <p:ph type="dt" sz="half" idx="7"/>
          </p:nvPr>
        </p:nvSpPr>
        <p:spPr/>
        <p:txBody>
          <a:bodyPr/>
          <a:lstStyle>
            <a:lvl1pPr>
              <a:defRPr/>
            </a:lvl1pPr>
          </a:lstStyle>
          <a:p>
            <a:pPr lvl="0"/>
            <a:fld id="{EF26A3CF-D84B-48FA-9F43-1CEECBB86E80}" type="datetime1">
              <a:rPr lang="fr-FR"/>
              <a:pPr lvl="0"/>
              <a:t>07/02/2026</a:t>
            </a:fld>
            <a:endParaRPr lang="fr-FR"/>
          </a:p>
        </p:txBody>
      </p:sp>
      <p:sp>
        <p:nvSpPr>
          <p:cNvPr id="5" name="Espace réservé du pied de page 4">
            <a:extLst>
              <a:ext uri="{FF2B5EF4-FFF2-40B4-BE49-F238E27FC236}">
                <a16:creationId xmlns:a16="http://schemas.microsoft.com/office/drawing/2014/main" id="{59442923-DD1E-D42D-CE14-9B7093E10140}"/>
              </a:ext>
            </a:extLst>
          </p:cNvPr>
          <p:cNvSpPr txBox="1">
            <a:spLocks noGrp="1"/>
          </p:cNvSpPr>
          <p:nvPr>
            <p:ph type="ftr" sz="quarter" idx="9"/>
          </p:nvPr>
        </p:nvSpPr>
        <p:spPr/>
        <p:txBody>
          <a:bodyPr/>
          <a:lstStyle>
            <a:lvl1pPr>
              <a:defRPr/>
            </a:lvl1pPr>
          </a:lstStyle>
          <a:p>
            <a:pPr lvl="0"/>
            <a:endParaRPr lang="fr-FR"/>
          </a:p>
        </p:txBody>
      </p:sp>
      <p:sp>
        <p:nvSpPr>
          <p:cNvPr id="6" name="Espace réservé du numéro de diapositive 5">
            <a:extLst>
              <a:ext uri="{FF2B5EF4-FFF2-40B4-BE49-F238E27FC236}">
                <a16:creationId xmlns:a16="http://schemas.microsoft.com/office/drawing/2014/main" id="{46B234CE-70BA-98B9-9BAD-58FF9FE25A2D}"/>
              </a:ext>
            </a:extLst>
          </p:cNvPr>
          <p:cNvSpPr txBox="1">
            <a:spLocks noGrp="1"/>
          </p:cNvSpPr>
          <p:nvPr>
            <p:ph type="sldNum" sz="quarter" idx="8"/>
          </p:nvPr>
        </p:nvSpPr>
        <p:spPr/>
        <p:txBody>
          <a:bodyPr/>
          <a:lstStyle>
            <a:lvl1pPr>
              <a:defRPr/>
            </a:lvl1pPr>
          </a:lstStyle>
          <a:p>
            <a:pPr lvl="0"/>
            <a:fld id="{3F8E4FB1-3753-47C6-970F-986AA5130098}" type="slidenum">
              <a:t>‹N°›</a:t>
            </a:fld>
            <a:endParaRPr lang="fr-FR"/>
          </a:p>
        </p:txBody>
      </p:sp>
    </p:spTree>
    <p:extLst>
      <p:ext uri="{BB962C8B-B14F-4D97-AF65-F5344CB8AC3E}">
        <p14:creationId xmlns:p14="http://schemas.microsoft.com/office/powerpoint/2010/main" val="105276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145EF9F-0DC3-1D74-0C99-1ED2028C62A9}"/>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fr-FR"/>
              <a:t>Modifiez le style du titre</a:t>
            </a:r>
          </a:p>
        </p:txBody>
      </p:sp>
      <p:sp>
        <p:nvSpPr>
          <p:cNvPr id="3" name="Espace réservé du texte 2">
            <a:extLst>
              <a:ext uri="{FF2B5EF4-FFF2-40B4-BE49-F238E27FC236}">
                <a16:creationId xmlns:a16="http://schemas.microsoft.com/office/drawing/2014/main" id="{579D5AEC-AE8E-2C40-D6CD-FCE6AF08DF79}"/>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8C0A001-A6C8-CE03-93FD-18E859A17B93}"/>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767676"/>
                </a:solidFill>
                <a:uFillTx/>
                <a:latin typeface="Aptos"/>
              </a:defRPr>
            </a:lvl1pPr>
          </a:lstStyle>
          <a:p>
            <a:pPr lvl="0"/>
            <a:fld id="{7FB51A38-EEBB-4C0B-901A-B626B8D424ED}" type="datetime1">
              <a:rPr lang="fr-FR"/>
              <a:pPr lvl="0"/>
              <a:t>07/02/2026</a:t>
            </a:fld>
            <a:endParaRPr lang="fr-FR"/>
          </a:p>
        </p:txBody>
      </p:sp>
      <p:sp>
        <p:nvSpPr>
          <p:cNvPr id="5" name="Espace réservé du pied de page 4">
            <a:extLst>
              <a:ext uri="{FF2B5EF4-FFF2-40B4-BE49-F238E27FC236}">
                <a16:creationId xmlns:a16="http://schemas.microsoft.com/office/drawing/2014/main" id="{A620B20C-2858-769D-ECF1-CC2C35A6FFFF}"/>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fr-FR" sz="1200" b="0" i="0" u="none" strike="noStrike" kern="1200" cap="none" spc="0" baseline="0">
                <a:solidFill>
                  <a:srgbClr val="767676"/>
                </a:solidFill>
                <a:uFillTx/>
                <a:latin typeface="Aptos"/>
              </a:defRPr>
            </a:lvl1pPr>
          </a:lstStyle>
          <a:p>
            <a:pPr lvl="0"/>
            <a:endParaRPr lang="fr-FR"/>
          </a:p>
        </p:txBody>
      </p:sp>
      <p:sp>
        <p:nvSpPr>
          <p:cNvPr id="6" name="Espace réservé du numéro de diapositive 5">
            <a:extLst>
              <a:ext uri="{FF2B5EF4-FFF2-40B4-BE49-F238E27FC236}">
                <a16:creationId xmlns:a16="http://schemas.microsoft.com/office/drawing/2014/main" id="{CA9C7AE6-374C-936A-3EB1-5144E2234371}"/>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767676"/>
                </a:solidFill>
                <a:uFillTx/>
                <a:latin typeface="Aptos"/>
              </a:defRPr>
            </a:lvl1pPr>
          </a:lstStyle>
          <a:p>
            <a:pPr lvl="0"/>
            <a:fld id="{44FD7573-2D9C-47D4-8B4A-AEBC46AE3700}" type="slidenum">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fr-FR"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fr-FR"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fr-FR"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fr-FR"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fr-FR"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fr-FR"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fif"/><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pic>
        <p:nvPicPr>
          <p:cNvPr id="2" name="Image 7" descr="Une image contenant nuage, plein air, peinture, ciel&#10;&#10;Le contenu généré par l’IA peut être incorrect.">
            <a:extLst>
              <a:ext uri="{FF2B5EF4-FFF2-40B4-BE49-F238E27FC236}">
                <a16:creationId xmlns:a16="http://schemas.microsoft.com/office/drawing/2014/main" id="{766DBAA1-FC12-0652-FC89-C855F1F703C0}"/>
              </a:ext>
            </a:extLst>
          </p:cNvPr>
          <p:cNvPicPr>
            <a:picLocks noChangeAspect="1"/>
          </p:cNvPicPr>
          <p:nvPr/>
        </p:nvPicPr>
        <p:blipFill>
          <a:blip r:embed="rId2"/>
          <a:srcRect l="10623" r="13675"/>
          <a:stretch>
            <a:fillRect/>
          </a:stretch>
        </p:blipFill>
        <p:spPr>
          <a:xfrm>
            <a:off x="0" y="0"/>
            <a:ext cx="12191996" cy="13480029"/>
          </a:xfrm>
          <a:prstGeom prst="rect">
            <a:avLst/>
          </a:prstGeom>
          <a:noFill/>
          <a:ln cap="flat">
            <a:noFill/>
          </a:ln>
        </p:spPr>
      </p:pic>
      <p:grpSp>
        <p:nvGrpSpPr>
          <p:cNvPr id="3" name="Groupe 11">
            <a:extLst>
              <a:ext uri="{FF2B5EF4-FFF2-40B4-BE49-F238E27FC236}">
                <a16:creationId xmlns:a16="http://schemas.microsoft.com/office/drawing/2014/main" id="{0B85035E-9AEB-1E55-4AE3-0B593F23C8A2}"/>
              </a:ext>
            </a:extLst>
          </p:cNvPr>
          <p:cNvGrpSpPr/>
          <p:nvPr/>
        </p:nvGrpSpPr>
        <p:grpSpPr>
          <a:xfrm>
            <a:off x="3200400" y="929149"/>
            <a:ext cx="5737119" cy="3716596"/>
            <a:chOff x="3200400" y="929149"/>
            <a:chExt cx="5737119" cy="3716596"/>
          </a:xfrm>
        </p:grpSpPr>
        <p:sp>
          <p:nvSpPr>
            <p:cNvPr id="4" name="Rectangle 3">
              <a:extLst>
                <a:ext uri="{FF2B5EF4-FFF2-40B4-BE49-F238E27FC236}">
                  <a16:creationId xmlns:a16="http://schemas.microsoft.com/office/drawing/2014/main" id="{4A3903E9-B310-9E99-2698-9337DDEA9D91}"/>
                </a:ext>
              </a:extLst>
            </p:cNvPr>
            <p:cNvSpPr/>
            <p:nvPr/>
          </p:nvSpPr>
          <p:spPr>
            <a:xfrm>
              <a:off x="3642850" y="929149"/>
              <a:ext cx="3760835"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5" name="Rectangle 4">
              <a:extLst>
                <a:ext uri="{FF2B5EF4-FFF2-40B4-BE49-F238E27FC236}">
                  <a16:creationId xmlns:a16="http://schemas.microsoft.com/office/drawing/2014/main" id="{635C5804-DFDC-AAC4-1F31-0B8717FEE8E2}"/>
                </a:ext>
              </a:extLst>
            </p:cNvPr>
            <p:cNvSpPr/>
            <p:nvPr/>
          </p:nvSpPr>
          <p:spPr>
            <a:xfrm>
              <a:off x="5093107" y="1253614"/>
              <a:ext cx="2005782"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FFFF"/>
                  </a:solidFill>
                  <a:uFillTx/>
                  <a:latin typeface="Angsana New" pitchFamily="18"/>
                  <a:cs typeface="Angsana New" pitchFamily="18"/>
                </a:rPr>
                <a:t>THE</a:t>
              </a:r>
            </a:p>
          </p:txBody>
        </p:sp>
        <p:sp>
          <p:nvSpPr>
            <p:cNvPr id="6" name="Rectangle 5">
              <a:extLst>
                <a:ext uri="{FF2B5EF4-FFF2-40B4-BE49-F238E27FC236}">
                  <a16:creationId xmlns:a16="http://schemas.microsoft.com/office/drawing/2014/main" id="{22C6EA7F-1E23-DCF5-BBDA-9C387F59B250}"/>
                </a:ext>
              </a:extLst>
            </p:cNvPr>
            <p:cNvSpPr/>
            <p:nvPr/>
          </p:nvSpPr>
          <p:spPr>
            <a:xfrm>
              <a:off x="3200400" y="1710814"/>
              <a:ext cx="5737119" cy="293493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9600" b="0" i="0" u="none" strike="noStrike" kern="1200" cap="none" spc="0" baseline="0">
                  <a:solidFill>
                    <a:srgbClr val="FFFFFF"/>
                  </a:solidFill>
                  <a:uFillTx/>
                  <a:latin typeface="Angsana New" pitchFamily="18"/>
                  <a:cs typeface="Angsana New" pitchFamily="18"/>
                </a:rPr>
                <a:t>ROMAN EMPIRE</a:t>
              </a:r>
            </a:p>
          </p:txBody>
        </p:sp>
      </p:grpSp>
      <p:pic>
        <p:nvPicPr>
          <p:cNvPr id="7" name="Image 9">
            <a:extLst>
              <a:ext uri="{FF2B5EF4-FFF2-40B4-BE49-F238E27FC236}">
                <a16:creationId xmlns:a16="http://schemas.microsoft.com/office/drawing/2014/main" id="{80C0F526-C697-98D0-34FA-BD89095060D5}"/>
              </a:ext>
            </a:extLst>
          </p:cNvPr>
          <p:cNvPicPr>
            <a:picLocks noChangeAspect="1"/>
          </p:cNvPicPr>
          <p:nvPr/>
        </p:nvPicPr>
        <p:blipFill>
          <a:blip r:embed="rId3">
            <a:alphaModFix amt="70000"/>
          </a:blip>
          <a:srcRect l="23598"/>
          <a:stretch>
            <a:fillRect/>
          </a:stretch>
        </p:blipFill>
        <p:spPr>
          <a:xfrm>
            <a:off x="-54077" y="1874519"/>
            <a:ext cx="7964515" cy="7144737"/>
          </a:xfrm>
          <a:prstGeom prst="rect">
            <a:avLst/>
          </a:prstGeom>
          <a:noFill/>
          <a:ln cap="flat">
            <a:noFill/>
          </a:ln>
        </p:spPr>
      </p:pic>
      <p:pic>
        <p:nvPicPr>
          <p:cNvPr id="8" name="Image 10">
            <a:extLst>
              <a:ext uri="{FF2B5EF4-FFF2-40B4-BE49-F238E27FC236}">
                <a16:creationId xmlns:a16="http://schemas.microsoft.com/office/drawing/2014/main" id="{41DEED58-27BB-ECE0-ABE9-7380746F7E62}"/>
              </a:ext>
            </a:extLst>
          </p:cNvPr>
          <p:cNvPicPr>
            <a:picLocks noChangeAspect="1"/>
          </p:cNvPicPr>
          <p:nvPr/>
        </p:nvPicPr>
        <p:blipFill>
          <a:blip r:embed="rId3">
            <a:alphaModFix amt="70000"/>
          </a:blip>
          <a:srcRect t="20454" r="37359"/>
          <a:stretch>
            <a:fillRect/>
          </a:stretch>
        </p:blipFill>
        <p:spPr>
          <a:xfrm>
            <a:off x="7048698" y="0"/>
            <a:ext cx="5143298" cy="4169682"/>
          </a:xfrm>
          <a:prstGeom prst="rect">
            <a:avLst/>
          </a:prstGeom>
          <a:noFill/>
          <a:ln cap="flat">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1+#ppt_w/2"/>
                                          </p:val>
                                        </p:tav>
                                        <p:tav tm="100000">
                                          <p:val>
                                            <p:strVal val="#ppt_x"/>
                                          </p:val>
                                        </p:tav>
                                      </p:tavLst>
                                    </p:anim>
                                    <p:anim calcmode="lin" valueType="num">
                                      <p:cBhvr>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pic>
        <p:nvPicPr>
          <p:cNvPr id="2" name="Image 7" descr="Une image contenant nuage, plein air, peinture, ciel&#10;&#10;Le contenu généré par l’IA peut être incorrect.">
            <a:extLst>
              <a:ext uri="{FF2B5EF4-FFF2-40B4-BE49-F238E27FC236}">
                <a16:creationId xmlns:a16="http://schemas.microsoft.com/office/drawing/2014/main" id="{A6231BD3-42B1-1993-B632-5090B87AF587}"/>
              </a:ext>
            </a:extLst>
          </p:cNvPr>
          <p:cNvPicPr>
            <a:picLocks noChangeAspect="1"/>
          </p:cNvPicPr>
          <p:nvPr/>
        </p:nvPicPr>
        <p:blipFill>
          <a:blip r:embed="rId2"/>
          <a:srcRect l="10623" t="50268" r="13507"/>
          <a:stretch>
            <a:fillRect/>
          </a:stretch>
        </p:blipFill>
        <p:spPr>
          <a:xfrm>
            <a:off x="-27038" y="0"/>
            <a:ext cx="12219035" cy="6858000"/>
          </a:xfrm>
          <a:prstGeom prst="rect">
            <a:avLst/>
          </a:prstGeom>
          <a:noFill/>
          <a:ln cap="flat">
            <a:noFill/>
          </a:ln>
        </p:spPr>
      </p:pic>
      <p:sp>
        <p:nvSpPr>
          <p:cNvPr id="3" name="Rectangle 3">
            <a:extLst>
              <a:ext uri="{FF2B5EF4-FFF2-40B4-BE49-F238E27FC236}">
                <a16:creationId xmlns:a16="http://schemas.microsoft.com/office/drawing/2014/main" id="{17107798-1282-3CC2-2D83-D2DA7829E629}"/>
              </a:ext>
            </a:extLst>
          </p:cNvPr>
          <p:cNvSpPr/>
          <p:nvPr/>
        </p:nvSpPr>
        <p:spPr>
          <a:xfrm>
            <a:off x="3642850" y="929149"/>
            <a:ext cx="3760835"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4" name="Rectangle 4">
            <a:extLst>
              <a:ext uri="{FF2B5EF4-FFF2-40B4-BE49-F238E27FC236}">
                <a16:creationId xmlns:a16="http://schemas.microsoft.com/office/drawing/2014/main" id="{65B09716-9273-BC12-5590-FA38F56DF555}"/>
              </a:ext>
            </a:extLst>
          </p:cNvPr>
          <p:cNvSpPr/>
          <p:nvPr/>
        </p:nvSpPr>
        <p:spPr>
          <a:xfrm>
            <a:off x="5093107" y="1253614"/>
            <a:ext cx="2005782"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4800" b="0" i="0" u="none" strike="noStrike" kern="1200" cap="none" spc="0" baseline="0">
              <a:solidFill>
                <a:srgbClr val="FFFFFF"/>
              </a:solidFill>
              <a:uFillTx/>
              <a:latin typeface="Angsana New" pitchFamily="18"/>
              <a:cs typeface="Angsana New" pitchFamily="18"/>
            </a:endParaRPr>
          </a:p>
        </p:txBody>
      </p:sp>
      <p:sp>
        <p:nvSpPr>
          <p:cNvPr id="5" name="Rectangle 5">
            <a:extLst>
              <a:ext uri="{FF2B5EF4-FFF2-40B4-BE49-F238E27FC236}">
                <a16:creationId xmlns:a16="http://schemas.microsoft.com/office/drawing/2014/main" id="{FE365D9C-653E-2B1D-85B8-EBB84F24C973}"/>
              </a:ext>
            </a:extLst>
          </p:cNvPr>
          <p:cNvSpPr/>
          <p:nvPr/>
        </p:nvSpPr>
        <p:spPr>
          <a:xfrm>
            <a:off x="2099736" y="1253614"/>
            <a:ext cx="8297329" cy="3470788"/>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Abadi" pitchFamily="34"/>
              </a:rPr>
              <a:t>The Roman Empire was one of the most powerful and influential civilizations in history. It began in 27 BCE when Augustus became the first emperor and expanded across Europe, North Africa, and the Middle East. The Romans built strong roads, cities, and monuments, and developed advanced systems of law and government that still influence the modern world. Latin was the main language, and Roman.</a:t>
            </a:r>
            <a:endParaRPr lang="fr-FR" sz="2400" b="0" i="0" u="none" strike="noStrike" kern="1200" cap="none" spc="0" baseline="0">
              <a:solidFill>
                <a:srgbClr val="FFFFFF"/>
              </a:solidFill>
              <a:uFillTx/>
              <a:latin typeface="Abadi" pitchFamily="34"/>
              <a:cs typeface="Angsana New" pitchFamily="18"/>
            </a:endParaRPr>
          </a:p>
        </p:txBody>
      </p:sp>
      <p:pic>
        <p:nvPicPr>
          <p:cNvPr id="6" name="Image 9">
            <a:extLst>
              <a:ext uri="{FF2B5EF4-FFF2-40B4-BE49-F238E27FC236}">
                <a16:creationId xmlns:a16="http://schemas.microsoft.com/office/drawing/2014/main" id="{470120FF-BE07-8B5F-E43E-D68F3F2AB7B9}"/>
              </a:ext>
            </a:extLst>
          </p:cNvPr>
          <p:cNvPicPr>
            <a:picLocks noChangeAspect="1"/>
          </p:cNvPicPr>
          <p:nvPr/>
        </p:nvPicPr>
        <p:blipFill>
          <a:blip r:embed="rId3">
            <a:alphaModFix amt="70000"/>
          </a:blip>
          <a:stretch>
            <a:fillRect/>
          </a:stretch>
        </p:blipFill>
        <p:spPr>
          <a:xfrm>
            <a:off x="-3583012" y="-12042840"/>
            <a:ext cx="10425238" cy="7144737"/>
          </a:xfrm>
          <a:prstGeom prst="rect">
            <a:avLst/>
          </a:prstGeom>
          <a:noFill/>
          <a:ln cap="flat">
            <a:noFill/>
          </a:ln>
        </p:spPr>
      </p:pic>
      <p:pic>
        <p:nvPicPr>
          <p:cNvPr id="7" name="Image 10">
            <a:extLst>
              <a:ext uri="{FF2B5EF4-FFF2-40B4-BE49-F238E27FC236}">
                <a16:creationId xmlns:a16="http://schemas.microsoft.com/office/drawing/2014/main" id="{D03D7647-F1AB-B074-0EC8-F17ADD29147D}"/>
              </a:ext>
            </a:extLst>
          </p:cNvPr>
          <p:cNvPicPr>
            <a:picLocks noChangeAspect="1"/>
          </p:cNvPicPr>
          <p:nvPr/>
        </p:nvPicPr>
        <p:blipFill>
          <a:blip r:embed="rId3">
            <a:alphaModFix amt="70000"/>
          </a:blip>
          <a:stretch>
            <a:fillRect/>
          </a:stretch>
        </p:blipFill>
        <p:spPr>
          <a:xfrm>
            <a:off x="6842226" y="-11293955"/>
            <a:ext cx="8211997" cy="5242209"/>
          </a:xfrm>
          <a:prstGeom prst="rect">
            <a:avLst/>
          </a:prstGeom>
          <a:noFill/>
          <a:ln cap="flat">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pic>
        <p:nvPicPr>
          <p:cNvPr id="2" name="Image 4" descr="Une image contenant bataille, peinture, Violence, nuage&#10;&#10;Le contenu généré par l’IA peut être incorrect.">
            <a:extLst>
              <a:ext uri="{FF2B5EF4-FFF2-40B4-BE49-F238E27FC236}">
                <a16:creationId xmlns:a16="http://schemas.microsoft.com/office/drawing/2014/main" id="{35900AB2-1218-F992-07DA-62A4A30BE166}"/>
              </a:ext>
            </a:extLst>
          </p:cNvPr>
          <p:cNvPicPr>
            <a:picLocks noChangeAspect="1"/>
          </p:cNvPicPr>
          <p:nvPr/>
        </p:nvPicPr>
        <p:blipFill>
          <a:blip r:embed="rId2"/>
          <a:srcRect t="546" r="50000" b="546"/>
          <a:stretch>
            <a:fillRect/>
          </a:stretch>
        </p:blipFill>
        <p:spPr>
          <a:xfrm>
            <a:off x="-1" y="0"/>
            <a:ext cx="12191998" cy="6858000"/>
          </a:xfrm>
          <a:prstGeom prst="rect">
            <a:avLst/>
          </a:prstGeom>
          <a:noFill/>
          <a:ln cap="flat">
            <a:noFill/>
          </a:ln>
        </p:spPr>
      </p:pic>
      <p:sp>
        <p:nvSpPr>
          <p:cNvPr id="3" name="Rectangle 5">
            <a:extLst>
              <a:ext uri="{FF2B5EF4-FFF2-40B4-BE49-F238E27FC236}">
                <a16:creationId xmlns:a16="http://schemas.microsoft.com/office/drawing/2014/main" id="{EDC7DA56-2F53-D9CF-C191-7C42F7029BD1}"/>
              </a:ext>
            </a:extLst>
          </p:cNvPr>
          <p:cNvSpPr/>
          <p:nvPr/>
        </p:nvSpPr>
        <p:spPr>
          <a:xfrm>
            <a:off x="4961470" y="1303870"/>
            <a:ext cx="2607731" cy="52492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FFFFFF"/>
                </a:solidFill>
                <a:uFillTx/>
                <a:latin typeface="Amasis MT Pro" pitchFamily="18"/>
                <a:cs typeface="Aldhabi" pitchFamily="2"/>
              </a:rPr>
              <a:t>753 BCE</a:t>
            </a:r>
          </a:p>
        </p:txBody>
      </p:sp>
      <p:grpSp>
        <p:nvGrpSpPr>
          <p:cNvPr id="4" name="Groupe 16">
            <a:extLst>
              <a:ext uri="{FF2B5EF4-FFF2-40B4-BE49-F238E27FC236}">
                <a16:creationId xmlns:a16="http://schemas.microsoft.com/office/drawing/2014/main" id="{828E0FB5-A875-6443-7187-3BCAE3A7CF2B}"/>
              </a:ext>
            </a:extLst>
          </p:cNvPr>
          <p:cNvGrpSpPr/>
          <p:nvPr/>
        </p:nvGrpSpPr>
        <p:grpSpPr>
          <a:xfrm>
            <a:off x="3589870" y="2675470"/>
            <a:ext cx="5317062" cy="2556927"/>
            <a:chOff x="3589870" y="2675470"/>
            <a:chExt cx="5317062" cy="2556927"/>
          </a:xfrm>
        </p:grpSpPr>
        <p:sp>
          <p:nvSpPr>
            <p:cNvPr id="5" name="Rectangle 6">
              <a:extLst>
                <a:ext uri="{FF2B5EF4-FFF2-40B4-BE49-F238E27FC236}">
                  <a16:creationId xmlns:a16="http://schemas.microsoft.com/office/drawing/2014/main" id="{49442B52-2419-0FC8-3622-B21887AA8473}"/>
                </a:ext>
              </a:extLst>
            </p:cNvPr>
            <p:cNvSpPr/>
            <p:nvPr/>
          </p:nvSpPr>
          <p:spPr>
            <a:xfrm>
              <a:off x="3589870" y="2675470"/>
              <a:ext cx="4639729" cy="75352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400" b="0" i="0" u="none" strike="noStrike" kern="1200" cap="none" spc="0" baseline="0">
                  <a:solidFill>
                    <a:srgbClr val="FFFFFF"/>
                  </a:solidFill>
                  <a:uFillTx/>
                  <a:latin typeface="Angsana New" pitchFamily="18"/>
                  <a:cs typeface="Angsana New" pitchFamily="18"/>
                </a:rPr>
                <a:t>Rome is founded</a:t>
              </a:r>
            </a:p>
          </p:txBody>
        </p:sp>
        <p:sp>
          <p:nvSpPr>
            <p:cNvPr id="6" name="Rectangle 7">
              <a:extLst>
                <a:ext uri="{FF2B5EF4-FFF2-40B4-BE49-F238E27FC236}">
                  <a16:creationId xmlns:a16="http://schemas.microsoft.com/office/drawing/2014/main" id="{5FE051C3-03DA-91B8-2CEE-6615350AA7F4}"/>
                </a:ext>
              </a:extLst>
            </p:cNvPr>
            <p:cNvSpPr/>
            <p:nvPr/>
          </p:nvSpPr>
          <p:spPr>
            <a:xfrm>
              <a:off x="3725329" y="3657600"/>
              <a:ext cx="5181603" cy="157479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Abadi" pitchFamily="34"/>
                </a:rPr>
                <a:t>The Roman Empire was one of the most powerful and influential civilizations in history. It began in 27 BCE when Augustus became the first emperor and expanded across Europe, North Africa, </a:t>
              </a:r>
              <a:endParaRPr lang="fr-FR" sz="1800" b="0" i="0" u="none" strike="noStrike" kern="1200" cap="none" spc="0" baseline="0">
                <a:solidFill>
                  <a:srgbClr val="000000"/>
                </a:solidFill>
                <a:uFillTx/>
                <a:latin typeface="Aptos"/>
              </a:endParaRPr>
            </a:p>
          </p:txBody>
        </p:sp>
      </p:grpSp>
      <p:cxnSp>
        <p:nvCxnSpPr>
          <p:cNvPr id="7" name="Connecteur droit 9">
            <a:extLst>
              <a:ext uri="{FF2B5EF4-FFF2-40B4-BE49-F238E27FC236}">
                <a16:creationId xmlns:a16="http://schemas.microsoft.com/office/drawing/2014/main" id="{2BE3EF1F-8D81-D660-1242-D40C15B77235}"/>
              </a:ext>
            </a:extLst>
          </p:cNvPr>
          <p:cNvCxnSpPr/>
          <p:nvPr/>
        </p:nvCxnSpPr>
        <p:spPr>
          <a:xfrm flipH="1">
            <a:off x="6316135" y="2082802"/>
            <a:ext cx="5875861" cy="0"/>
          </a:xfrm>
          <a:prstGeom prst="straightConnector1">
            <a:avLst/>
          </a:prstGeom>
          <a:noFill/>
          <a:ln w="25402" cap="flat">
            <a:solidFill>
              <a:srgbClr val="FFFFFF"/>
            </a:solidFill>
            <a:prstDash val="solid"/>
            <a:miter/>
            <a:tailEnd type="arrow"/>
          </a:ln>
        </p:spPr>
      </p:cxn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0-#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pic>
        <p:nvPicPr>
          <p:cNvPr id="11" name="Image 4" descr="Une image contenant bataille, peinture, Violence, nuage&#10;&#10;Le contenu généré par l’IA peut être incorrect.">
            <a:extLst>
              <a:ext uri="{FF2B5EF4-FFF2-40B4-BE49-F238E27FC236}">
                <a16:creationId xmlns:a16="http://schemas.microsoft.com/office/drawing/2014/main" id="{CF9F3C8A-CEE4-7E44-16FC-3504A9016DD2}"/>
              </a:ext>
            </a:extLst>
          </p:cNvPr>
          <p:cNvPicPr>
            <a:picLocks noChangeAspect="1"/>
          </p:cNvPicPr>
          <p:nvPr/>
        </p:nvPicPr>
        <p:blipFill>
          <a:blip r:embed="rId2"/>
          <a:srcRect l="50000" t="546" b="546"/>
          <a:stretch>
            <a:fillRect/>
          </a:stretch>
        </p:blipFill>
        <p:spPr>
          <a:xfrm>
            <a:off x="-4" y="0"/>
            <a:ext cx="12192000" cy="6858000"/>
          </a:xfrm>
          <a:prstGeom prst="rect">
            <a:avLst/>
          </a:prstGeom>
          <a:noFill/>
          <a:ln cap="flat">
            <a:noFill/>
          </a:ln>
        </p:spPr>
      </p:pic>
      <p:grpSp>
        <p:nvGrpSpPr>
          <p:cNvPr id="3" name="Groupe 13">
            <a:extLst>
              <a:ext uri="{FF2B5EF4-FFF2-40B4-BE49-F238E27FC236}">
                <a16:creationId xmlns:a16="http://schemas.microsoft.com/office/drawing/2014/main" id="{3B820708-2D7D-DA19-536E-86096E9D4DF5}"/>
              </a:ext>
            </a:extLst>
          </p:cNvPr>
          <p:cNvGrpSpPr/>
          <p:nvPr/>
        </p:nvGrpSpPr>
        <p:grpSpPr>
          <a:xfrm>
            <a:off x="3285064" y="2607713"/>
            <a:ext cx="5621867" cy="3200400"/>
            <a:chOff x="3285064" y="2607713"/>
            <a:chExt cx="5621867" cy="3200400"/>
          </a:xfrm>
        </p:grpSpPr>
        <p:sp>
          <p:nvSpPr>
            <p:cNvPr id="4" name="Rectangle 6">
              <a:extLst>
                <a:ext uri="{FF2B5EF4-FFF2-40B4-BE49-F238E27FC236}">
                  <a16:creationId xmlns:a16="http://schemas.microsoft.com/office/drawing/2014/main" id="{22ED9417-CF99-09A7-E499-D683B12CE09E}"/>
                </a:ext>
              </a:extLst>
            </p:cNvPr>
            <p:cNvSpPr/>
            <p:nvPr/>
          </p:nvSpPr>
          <p:spPr>
            <a:xfrm>
              <a:off x="3285064" y="2607713"/>
              <a:ext cx="3488262" cy="104988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0" b="0" i="0" u="none" strike="noStrike" kern="1200" cap="none" spc="0" baseline="0">
                  <a:solidFill>
                    <a:srgbClr val="FFFFFF"/>
                  </a:solidFill>
                  <a:uFillTx/>
                  <a:latin typeface="Angsana New" pitchFamily="18"/>
                  <a:cs typeface="Angsana New" pitchFamily="18"/>
                </a:rPr>
                <a:t>Rome becomes a republic</a:t>
              </a:r>
            </a:p>
          </p:txBody>
        </p:sp>
        <p:sp>
          <p:nvSpPr>
            <p:cNvPr id="5" name="Rectangle 7">
              <a:extLst>
                <a:ext uri="{FF2B5EF4-FFF2-40B4-BE49-F238E27FC236}">
                  <a16:creationId xmlns:a16="http://schemas.microsoft.com/office/drawing/2014/main" id="{E13B726D-FE73-D189-8263-9CFB2A4FDD49}"/>
                </a:ext>
              </a:extLst>
            </p:cNvPr>
            <p:cNvSpPr/>
            <p:nvPr/>
          </p:nvSpPr>
          <p:spPr>
            <a:xfrm>
              <a:off x="3403597" y="3657600"/>
              <a:ext cx="5503334" cy="2150513"/>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Abadi" pitchFamily="34"/>
                </a:rPr>
                <a:t>The Roman Empire was one of the most powerful and influential civilizations in history. It began in 27 BCE when Augustus became</a:t>
              </a:r>
              <a:endParaRPr lang="fr-FR" sz="1800" b="0" i="0" u="none" strike="noStrike" kern="1200" cap="none" spc="0" baseline="0">
                <a:solidFill>
                  <a:srgbClr val="000000"/>
                </a:solidFill>
                <a:uFillTx/>
                <a:latin typeface="Aptos"/>
              </a:endParaRPr>
            </a:p>
          </p:txBody>
        </p:sp>
      </p:grpSp>
      <p:grpSp>
        <p:nvGrpSpPr>
          <p:cNvPr id="6" name="Groupe 12">
            <a:extLst>
              <a:ext uri="{FF2B5EF4-FFF2-40B4-BE49-F238E27FC236}">
                <a16:creationId xmlns:a16="http://schemas.microsoft.com/office/drawing/2014/main" id="{128D815B-9AC5-A03F-9AB7-ABEA12BAE22E}"/>
              </a:ext>
            </a:extLst>
          </p:cNvPr>
          <p:cNvGrpSpPr/>
          <p:nvPr/>
        </p:nvGrpSpPr>
        <p:grpSpPr>
          <a:xfrm>
            <a:off x="-1845734" y="1303870"/>
            <a:ext cx="14037730" cy="778932"/>
            <a:chOff x="-1845734" y="1303870"/>
            <a:chExt cx="14037730" cy="778932"/>
          </a:xfrm>
        </p:grpSpPr>
        <p:sp>
          <p:nvSpPr>
            <p:cNvPr id="7" name="Rectangle 5">
              <a:extLst>
                <a:ext uri="{FF2B5EF4-FFF2-40B4-BE49-F238E27FC236}">
                  <a16:creationId xmlns:a16="http://schemas.microsoft.com/office/drawing/2014/main" id="{9929E83D-44B9-02A3-1CEC-D138594F2D10}"/>
                </a:ext>
              </a:extLst>
            </p:cNvPr>
            <p:cNvSpPr/>
            <p:nvPr/>
          </p:nvSpPr>
          <p:spPr>
            <a:xfrm>
              <a:off x="4961470" y="1303870"/>
              <a:ext cx="2607731" cy="52492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FFFFFF"/>
                  </a:solidFill>
                  <a:uFillTx/>
                  <a:latin typeface="Amasis MT Pro" pitchFamily="18"/>
                  <a:cs typeface="Aldhabi" pitchFamily="2"/>
                </a:rPr>
                <a:t>509 BCE</a:t>
              </a:r>
            </a:p>
          </p:txBody>
        </p:sp>
        <p:grpSp>
          <p:nvGrpSpPr>
            <p:cNvPr id="8" name="Groupe 11">
              <a:extLst>
                <a:ext uri="{FF2B5EF4-FFF2-40B4-BE49-F238E27FC236}">
                  <a16:creationId xmlns:a16="http://schemas.microsoft.com/office/drawing/2014/main" id="{81F2630B-1035-A065-F188-D435C9562860}"/>
                </a:ext>
              </a:extLst>
            </p:cNvPr>
            <p:cNvGrpSpPr/>
            <p:nvPr/>
          </p:nvGrpSpPr>
          <p:grpSpPr>
            <a:xfrm>
              <a:off x="-1845734" y="2082802"/>
              <a:ext cx="14037730" cy="0"/>
              <a:chOff x="-1845734" y="2082802"/>
              <a:chExt cx="14037730" cy="0"/>
            </a:xfrm>
          </p:grpSpPr>
          <p:cxnSp>
            <p:nvCxnSpPr>
              <p:cNvPr id="9" name="Connecteur droit 9">
                <a:extLst>
                  <a:ext uri="{FF2B5EF4-FFF2-40B4-BE49-F238E27FC236}">
                    <a16:creationId xmlns:a16="http://schemas.microsoft.com/office/drawing/2014/main" id="{F7FFBA39-E4EE-2C3E-D5BC-59FEB703270A}"/>
                  </a:ext>
                </a:extLst>
              </p:cNvPr>
              <p:cNvCxnSpPr/>
              <p:nvPr/>
            </p:nvCxnSpPr>
            <p:spPr>
              <a:xfrm flipH="1">
                <a:off x="6096003" y="2082802"/>
                <a:ext cx="6095993" cy="0"/>
              </a:xfrm>
              <a:prstGeom prst="straightConnector1">
                <a:avLst/>
              </a:prstGeom>
              <a:noFill/>
              <a:ln w="25402" cap="flat">
                <a:solidFill>
                  <a:srgbClr val="FFFFFF"/>
                </a:solidFill>
                <a:prstDash val="solid"/>
                <a:miter/>
                <a:tailEnd type="arrow"/>
              </a:ln>
            </p:spPr>
          </p:cxnSp>
          <p:cxnSp>
            <p:nvCxnSpPr>
              <p:cNvPr id="10" name="Connecteur droit 8">
                <a:extLst>
                  <a:ext uri="{FF2B5EF4-FFF2-40B4-BE49-F238E27FC236}">
                    <a16:creationId xmlns:a16="http://schemas.microsoft.com/office/drawing/2014/main" id="{73E2B38C-F0BA-612C-F859-C6A566E23BF3}"/>
                  </a:ext>
                </a:extLst>
              </p:cNvPr>
              <p:cNvCxnSpPr/>
              <p:nvPr/>
            </p:nvCxnSpPr>
            <p:spPr>
              <a:xfrm flipH="1">
                <a:off x="-1845734" y="2082802"/>
                <a:ext cx="8161869" cy="0"/>
              </a:xfrm>
              <a:prstGeom prst="straightConnector1">
                <a:avLst/>
              </a:prstGeom>
              <a:noFill/>
              <a:ln w="25402" cap="flat">
                <a:solidFill>
                  <a:srgbClr val="FFFFFF"/>
                </a:solidFill>
                <a:prstDash val="solid"/>
                <a:miter/>
                <a:tailEnd type="arrow"/>
              </a:ln>
            </p:spPr>
          </p:cxnSp>
        </p:gr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1+#ppt_w/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7925FF05-2075-8152-7364-0E10E0E84F37}"/>
              </a:ext>
            </a:extLst>
          </p:cNvPr>
          <p:cNvSpPr/>
          <p:nvPr/>
        </p:nvSpPr>
        <p:spPr>
          <a:xfrm>
            <a:off x="3642850" y="929149"/>
            <a:ext cx="3760835"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3" name="Rectangle 4">
            <a:extLst>
              <a:ext uri="{FF2B5EF4-FFF2-40B4-BE49-F238E27FC236}">
                <a16:creationId xmlns:a16="http://schemas.microsoft.com/office/drawing/2014/main" id="{233363B7-899A-4211-D7C3-4641C8CC51B2}"/>
              </a:ext>
            </a:extLst>
          </p:cNvPr>
          <p:cNvSpPr/>
          <p:nvPr/>
        </p:nvSpPr>
        <p:spPr>
          <a:xfrm>
            <a:off x="5093107" y="1253614"/>
            <a:ext cx="2005782"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FFFF"/>
                </a:solidFill>
                <a:uFillTx/>
                <a:latin typeface="Angsana New" pitchFamily="18"/>
                <a:cs typeface="Angsana New" pitchFamily="18"/>
              </a:rPr>
              <a:t>THE</a:t>
            </a:r>
          </a:p>
        </p:txBody>
      </p:sp>
      <p:sp>
        <p:nvSpPr>
          <p:cNvPr id="4" name="Rectangle 5">
            <a:extLst>
              <a:ext uri="{FF2B5EF4-FFF2-40B4-BE49-F238E27FC236}">
                <a16:creationId xmlns:a16="http://schemas.microsoft.com/office/drawing/2014/main" id="{CC5556E8-02D3-CBB9-144E-4568C3060DA1}"/>
              </a:ext>
            </a:extLst>
          </p:cNvPr>
          <p:cNvSpPr/>
          <p:nvPr/>
        </p:nvSpPr>
        <p:spPr>
          <a:xfrm>
            <a:off x="3200400" y="1710814"/>
            <a:ext cx="5737119" cy="293493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9600" b="0" i="0" u="none" strike="noStrike" kern="1200" cap="none" spc="0" baseline="0">
                <a:solidFill>
                  <a:srgbClr val="FFFFFF"/>
                </a:solidFill>
                <a:uFillTx/>
                <a:latin typeface="Angsana New" pitchFamily="18"/>
                <a:cs typeface="Angsana New" pitchFamily="18"/>
              </a:rPr>
              <a:t>ROMAN EMPIRE</a:t>
            </a:r>
          </a:p>
        </p:txBody>
      </p:sp>
      <p:pic>
        <p:nvPicPr>
          <p:cNvPr id="5" name="Image 2" descr="Une image contenant paysage, nuage, plein air, montagne&#10;&#10;Le contenu généré par l’IA peut être incorrect.">
            <a:extLst>
              <a:ext uri="{FF2B5EF4-FFF2-40B4-BE49-F238E27FC236}">
                <a16:creationId xmlns:a16="http://schemas.microsoft.com/office/drawing/2014/main" id="{009E0CA2-29E6-2F14-59E4-02F6DCE94728}"/>
              </a:ext>
            </a:extLst>
          </p:cNvPr>
          <p:cNvPicPr>
            <a:picLocks noChangeAspect="1"/>
          </p:cNvPicPr>
          <p:nvPr/>
        </p:nvPicPr>
        <p:blipFill>
          <a:blip r:embed="rId2"/>
          <a:srcRect t="14844" b="14844"/>
          <a:stretch>
            <a:fillRect/>
          </a:stretch>
        </p:blipFill>
        <p:spPr>
          <a:xfrm>
            <a:off x="0" y="0"/>
            <a:ext cx="12191996" cy="9076270"/>
          </a:xfrm>
          <a:prstGeom prst="rect">
            <a:avLst/>
          </a:prstGeom>
          <a:noFill/>
          <a:ln cap="flat">
            <a:noFill/>
          </a:ln>
        </p:spPr>
      </p:pic>
      <p:sp>
        <p:nvSpPr>
          <p:cNvPr id="6" name="ZoneTexte 8">
            <a:extLst>
              <a:ext uri="{FF2B5EF4-FFF2-40B4-BE49-F238E27FC236}">
                <a16:creationId xmlns:a16="http://schemas.microsoft.com/office/drawing/2014/main" id="{490360BA-833D-C0B1-57AE-64BDBAEB0C98}"/>
              </a:ext>
            </a:extLst>
          </p:cNvPr>
          <p:cNvSpPr txBox="1"/>
          <p:nvPr/>
        </p:nvSpPr>
        <p:spPr>
          <a:xfrm>
            <a:off x="3047996" y="1607314"/>
            <a:ext cx="6096003" cy="83099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C000"/>
                </a:solidFill>
                <a:uFillTx/>
                <a:latin typeface="Angsana New" pitchFamily="18"/>
                <a:cs typeface="Angsana New" pitchFamily="18"/>
              </a:rPr>
              <a:t>THE RISE &amp;FALL OF</a:t>
            </a:r>
          </a:p>
        </p:txBody>
      </p:sp>
      <p:sp>
        <p:nvSpPr>
          <p:cNvPr id="7" name="ZoneTexte 13">
            <a:extLst>
              <a:ext uri="{FF2B5EF4-FFF2-40B4-BE49-F238E27FC236}">
                <a16:creationId xmlns:a16="http://schemas.microsoft.com/office/drawing/2014/main" id="{F5D46826-7A2D-531C-B8FA-BAE9CDE94D0A}"/>
              </a:ext>
            </a:extLst>
          </p:cNvPr>
          <p:cNvSpPr txBox="1"/>
          <p:nvPr/>
        </p:nvSpPr>
        <p:spPr>
          <a:xfrm>
            <a:off x="364068" y="2701613"/>
            <a:ext cx="11463869" cy="363175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0" b="0" i="0" u="none" strike="noStrike" kern="1200" cap="none" spc="0" baseline="0">
                <a:solidFill>
                  <a:srgbClr val="FFFFFF"/>
                </a:solidFill>
                <a:uFillTx/>
                <a:latin typeface="Angsana New" pitchFamily="18"/>
                <a:cs typeface="Angsana New" pitchFamily="18"/>
              </a:rPr>
              <a:t>NAPOLEON</a:t>
            </a:r>
          </a:p>
        </p:txBody>
      </p:sp>
    </p:spTree>
  </p:cSld>
  <p:clrMapOvr>
    <a:masterClrMapping/>
  </p:clrMapOvr>
  <mc:AlternateContent xmlns:mc="http://schemas.openxmlformats.org/markup-compatibility/2006">
    <mc:Choice xmlns:p14="http://schemas.microsoft.com/office/powerpoint/2010/main" Requires="p14">
      <p:transition spd="slow" p14:dur="20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2EF494D-EDA0-0351-6E2B-2369AFEE416F}"/>
              </a:ext>
            </a:extLst>
          </p:cNvPr>
          <p:cNvSpPr/>
          <p:nvPr/>
        </p:nvSpPr>
        <p:spPr>
          <a:xfrm>
            <a:off x="3642850" y="929149"/>
            <a:ext cx="3760835"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3" name="Rectangle 4">
            <a:extLst>
              <a:ext uri="{FF2B5EF4-FFF2-40B4-BE49-F238E27FC236}">
                <a16:creationId xmlns:a16="http://schemas.microsoft.com/office/drawing/2014/main" id="{3FB5F6DD-AE84-48C0-7777-E494EC71F576}"/>
              </a:ext>
            </a:extLst>
          </p:cNvPr>
          <p:cNvSpPr/>
          <p:nvPr/>
        </p:nvSpPr>
        <p:spPr>
          <a:xfrm>
            <a:off x="5093107" y="1253614"/>
            <a:ext cx="2005782"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FFFF"/>
                </a:solidFill>
                <a:uFillTx/>
                <a:latin typeface="Angsana New" pitchFamily="18"/>
                <a:cs typeface="Angsana New" pitchFamily="18"/>
              </a:rPr>
              <a:t>THE</a:t>
            </a:r>
          </a:p>
        </p:txBody>
      </p:sp>
      <p:sp>
        <p:nvSpPr>
          <p:cNvPr id="4" name="Rectangle 5">
            <a:extLst>
              <a:ext uri="{FF2B5EF4-FFF2-40B4-BE49-F238E27FC236}">
                <a16:creationId xmlns:a16="http://schemas.microsoft.com/office/drawing/2014/main" id="{0C5D40F8-E8D0-EC59-BB36-A7194A1843A4}"/>
              </a:ext>
            </a:extLst>
          </p:cNvPr>
          <p:cNvSpPr/>
          <p:nvPr/>
        </p:nvSpPr>
        <p:spPr>
          <a:xfrm>
            <a:off x="3200400" y="1710814"/>
            <a:ext cx="5737119" cy="293493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9600" b="0" i="0" u="none" strike="noStrike" kern="1200" cap="none" spc="0" baseline="0">
                <a:solidFill>
                  <a:srgbClr val="FFFFFF"/>
                </a:solidFill>
                <a:uFillTx/>
                <a:latin typeface="Angsana New" pitchFamily="18"/>
                <a:cs typeface="Angsana New" pitchFamily="18"/>
              </a:rPr>
              <a:t>ROMAN EMPIRE</a:t>
            </a:r>
          </a:p>
        </p:txBody>
      </p:sp>
      <p:pic>
        <p:nvPicPr>
          <p:cNvPr id="5" name="Image 2" descr="Une image contenant paysage, nuage, plein air, montagne&#10;&#10;Le contenu généré par l’IA peut être incorrect.">
            <a:extLst>
              <a:ext uri="{FF2B5EF4-FFF2-40B4-BE49-F238E27FC236}">
                <a16:creationId xmlns:a16="http://schemas.microsoft.com/office/drawing/2014/main" id="{EDC1EBDD-8F29-D234-4184-09CB896902EF}"/>
              </a:ext>
            </a:extLst>
          </p:cNvPr>
          <p:cNvPicPr>
            <a:picLocks noChangeAspect="1"/>
          </p:cNvPicPr>
          <p:nvPr/>
        </p:nvPicPr>
        <p:blipFill>
          <a:blip r:embed="rId2"/>
          <a:srcRect t="14844" b="14844"/>
          <a:stretch>
            <a:fillRect/>
          </a:stretch>
        </p:blipFill>
        <p:spPr>
          <a:xfrm>
            <a:off x="0" y="-2353729"/>
            <a:ext cx="12191996" cy="9211729"/>
          </a:xfrm>
          <a:prstGeom prst="rect">
            <a:avLst/>
          </a:prstGeom>
          <a:noFill/>
          <a:ln cap="flat">
            <a:noFill/>
          </a:ln>
        </p:spPr>
      </p:pic>
      <p:sp>
        <p:nvSpPr>
          <p:cNvPr id="6" name="Rectangle 13">
            <a:extLst>
              <a:ext uri="{FF2B5EF4-FFF2-40B4-BE49-F238E27FC236}">
                <a16:creationId xmlns:a16="http://schemas.microsoft.com/office/drawing/2014/main" id="{2A5182F5-8F2F-9D95-3D1F-A5155C8081C5}"/>
              </a:ext>
            </a:extLst>
          </p:cNvPr>
          <p:cNvSpPr/>
          <p:nvPr/>
        </p:nvSpPr>
        <p:spPr>
          <a:xfrm>
            <a:off x="321731" y="-47247"/>
            <a:ext cx="11023604" cy="3097164"/>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0" b="0" i="0" u="none" strike="noStrike" kern="1200" cap="none" spc="0" baseline="0">
                <a:solidFill>
                  <a:srgbClr val="FFFFFF"/>
                </a:solidFill>
                <a:uFillTx/>
                <a:latin typeface="Angsana New" pitchFamily="18"/>
                <a:cs typeface="Angsana New" pitchFamily="18"/>
              </a:rPr>
              <a:t>NAPOLEON</a:t>
            </a:r>
          </a:p>
        </p:txBody>
      </p:sp>
      <p:sp>
        <p:nvSpPr>
          <p:cNvPr id="7" name="Rectangle 14">
            <a:extLst>
              <a:ext uri="{FF2B5EF4-FFF2-40B4-BE49-F238E27FC236}">
                <a16:creationId xmlns:a16="http://schemas.microsoft.com/office/drawing/2014/main" id="{E3854540-FC16-28BB-E2FA-C3AF76AC6C96}"/>
              </a:ext>
            </a:extLst>
          </p:cNvPr>
          <p:cNvSpPr/>
          <p:nvPr/>
        </p:nvSpPr>
        <p:spPr>
          <a:xfrm>
            <a:off x="3352803" y="118533"/>
            <a:ext cx="6146797" cy="609603"/>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C000"/>
                </a:solidFill>
                <a:uFillTx/>
                <a:latin typeface="Angsana New" pitchFamily="18"/>
                <a:cs typeface="Angsana New" pitchFamily="18"/>
              </a:rPr>
              <a:t>THE RISE &amp;FALL OF</a:t>
            </a:r>
          </a:p>
        </p:txBody>
      </p:sp>
      <p:pic>
        <p:nvPicPr>
          <p:cNvPr id="8" name="Image 16" descr="Une image contenant paysage, nuage, plein air, montagne&#10;&#10;Le contenu généré par l’IA peut être incorrect.">
            <a:extLst>
              <a:ext uri="{FF2B5EF4-FFF2-40B4-BE49-F238E27FC236}">
                <a16:creationId xmlns:a16="http://schemas.microsoft.com/office/drawing/2014/main" id="{38D5E9E8-B693-50BE-C6DF-99B96024AE6B}"/>
              </a:ext>
            </a:extLst>
          </p:cNvPr>
          <p:cNvPicPr>
            <a:picLocks noChangeAspect="1"/>
          </p:cNvPicPr>
          <p:nvPr/>
        </p:nvPicPr>
        <p:blipFill>
          <a:blip r:embed="rId3"/>
          <a:srcRect t="34891" r="22950" b="13713"/>
          <a:stretch>
            <a:fillRect/>
          </a:stretch>
        </p:blipFill>
        <p:spPr>
          <a:xfrm>
            <a:off x="0" y="1845734"/>
            <a:ext cx="9499601" cy="5012265"/>
          </a:xfrm>
          <a:prstGeom prst="rect">
            <a:avLst/>
          </a:prstGeom>
          <a:noFill/>
          <a:ln cap="flat">
            <a:noFill/>
          </a:ln>
        </p:spPr>
      </p:pic>
      <p:pic>
        <p:nvPicPr>
          <p:cNvPr id="9" name="Image 12" descr="Une image contenant peinture, dessin humoristique, illustration, mammifère&#10;&#10;Le contenu généré par l’IA peut être incorrect.">
            <a:extLst>
              <a:ext uri="{FF2B5EF4-FFF2-40B4-BE49-F238E27FC236}">
                <a16:creationId xmlns:a16="http://schemas.microsoft.com/office/drawing/2014/main" id="{A606777F-E491-FA70-1A30-88B8E4E3ECCB}"/>
              </a:ext>
            </a:extLst>
          </p:cNvPr>
          <p:cNvPicPr>
            <a:picLocks noChangeAspect="1"/>
          </p:cNvPicPr>
          <p:nvPr/>
        </p:nvPicPr>
        <p:blipFill>
          <a:blip r:embed="rId4"/>
          <a:stretch>
            <a:fillRect/>
          </a:stretch>
        </p:blipFill>
        <p:spPr>
          <a:xfrm>
            <a:off x="2218270" y="-2607777"/>
            <a:ext cx="7281330" cy="9675257"/>
          </a:xfrm>
          <a:prstGeom prst="rect">
            <a:avLst/>
          </a:prstGeom>
          <a:noFill/>
          <a:ln cap="flat">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1+#ppt_w/2"/>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2"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907AB04-D167-6370-3F74-14107FB3BDC8}"/>
              </a:ext>
            </a:extLst>
          </p:cNvPr>
          <p:cNvSpPr/>
          <p:nvPr/>
        </p:nvSpPr>
        <p:spPr>
          <a:xfrm>
            <a:off x="3642850" y="929149"/>
            <a:ext cx="3760835"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3" name="Rectangle 4">
            <a:extLst>
              <a:ext uri="{FF2B5EF4-FFF2-40B4-BE49-F238E27FC236}">
                <a16:creationId xmlns:a16="http://schemas.microsoft.com/office/drawing/2014/main" id="{E4B72F1C-749B-4C36-B033-23EB8094EC6F}"/>
              </a:ext>
            </a:extLst>
          </p:cNvPr>
          <p:cNvSpPr/>
          <p:nvPr/>
        </p:nvSpPr>
        <p:spPr>
          <a:xfrm>
            <a:off x="5093107" y="1253614"/>
            <a:ext cx="2005782" cy="4572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800" b="0" i="0" u="none" strike="noStrike" kern="1200" cap="none" spc="0" baseline="0">
                <a:solidFill>
                  <a:srgbClr val="FFFFFF"/>
                </a:solidFill>
                <a:uFillTx/>
                <a:latin typeface="Angsana New" pitchFamily="18"/>
                <a:cs typeface="Angsana New" pitchFamily="18"/>
              </a:rPr>
              <a:t>THE</a:t>
            </a:r>
          </a:p>
        </p:txBody>
      </p:sp>
      <p:sp>
        <p:nvSpPr>
          <p:cNvPr id="4" name="Rectangle 5">
            <a:extLst>
              <a:ext uri="{FF2B5EF4-FFF2-40B4-BE49-F238E27FC236}">
                <a16:creationId xmlns:a16="http://schemas.microsoft.com/office/drawing/2014/main" id="{7FE79902-8101-2882-E4E1-95A5C3AE1202}"/>
              </a:ext>
            </a:extLst>
          </p:cNvPr>
          <p:cNvSpPr/>
          <p:nvPr/>
        </p:nvSpPr>
        <p:spPr>
          <a:xfrm>
            <a:off x="3200400" y="1710814"/>
            <a:ext cx="5737119" cy="293493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9600" b="0" i="0" u="none" strike="noStrike" kern="1200" cap="none" spc="0" baseline="0">
                <a:solidFill>
                  <a:srgbClr val="FFFFFF"/>
                </a:solidFill>
                <a:uFillTx/>
                <a:latin typeface="Angsana New" pitchFamily="18"/>
                <a:cs typeface="Angsana New" pitchFamily="18"/>
              </a:rPr>
              <a:t>ROMAN EMPIRE</a:t>
            </a:r>
          </a:p>
        </p:txBody>
      </p:sp>
      <p:pic>
        <p:nvPicPr>
          <p:cNvPr id="5" name="Image 2" descr="Une image contenant paysage, nuage, plein air, montagne&#10;&#10;Le contenu généré par l’IA peut être incorrect.">
            <a:extLst>
              <a:ext uri="{FF2B5EF4-FFF2-40B4-BE49-F238E27FC236}">
                <a16:creationId xmlns:a16="http://schemas.microsoft.com/office/drawing/2014/main" id="{FDFC27D9-01A4-4CDF-04A6-D641DB26AF2C}"/>
              </a:ext>
            </a:extLst>
          </p:cNvPr>
          <p:cNvPicPr>
            <a:picLocks noChangeAspect="1"/>
          </p:cNvPicPr>
          <p:nvPr/>
        </p:nvPicPr>
        <p:blipFill>
          <a:blip r:embed="rId2">
            <a:alphaModFix amt="85000"/>
          </a:blip>
          <a:srcRect t="32805" b="14842"/>
          <a:stretch>
            <a:fillRect/>
          </a:stretch>
        </p:blipFill>
        <p:spPr>
          <a:xfrm>
            <a:off x="0" y="0"/>
            <a:ext cx="12191996" cy="6858000"/>
          </a:xfrm>
          <a:prstGeom prst="rect">
            <a:avLst/>
          </a:prstGeom>
          <a:noFill/>
          <a:ln cap="flat">
            <a:noFill/>
          </a:ln>
        </p:spPr>
      </p:pic>
      <p:pic>
        <p:nvPicPr>
          <p:cNvPr id="6" name="Image 16" descr="Une image contenant paysage, nuage, plein air, montagne&#10;&#10;Le contenu généré par l’IA peut être incorrect.">
            <a:extLst>
              <a:ext uri="{FF2B5EF4-FFF2-40B4-BE49-F238E27FC236}">
                <a16:creationId xmlns:a16="http://schemas.microsoft.com/office/drawing/2014/main" id="{7BAC73C0-C1EA-D548-6FB4-6C7C375032CC}"/>
              </a:ext>
            </a:extLst>
          </p:cNvPr>
          <p:cNvPicPr>
            <a:picLocks noChangeAspect="1"/>
          </p:cNvPicPr>
          <p:nvPr/>
        </p:nvPicPr>
        <p:blipFill>
          <a:blip r:embed="rId3"/>
          <a:srcRect t="34891" r="22950" b="13713"/>
          <a:stretch>
            <a:fillRect/>
          </a:stretch>
        </p:blipFill>
        <p:spPr>
          <a:xfrm>
            <a:off x="0" y="1845734"/>
            <a:ext cx="9499601" cy="5012265"/>
          </a:xfrm>
          <a:prstGeom prst="rect">
            <a:avLst/>
          </a:prstGeom>
          <a:noFill/>
          <a:ln cap="flat">
            <a:noFill/>
          </a:ln>
        </p:spPr>
      </p:pic>
      <p:sp>
        <p:nvSpPr>
          <p:cNvPr id="7" name="Rectangle 1">
            <a:extLst>
              <a:ext uri="{FF2B5EF4-FFF2-40B4-BE49-F238E27FC236}">
                <a16:creationId xmlns:a16="http://schemas.microsoft.com/office/drawing/2014/main" id="{8A22C0CC-10D8-96EB-0925-20ACC2A129F4}"/>
              </a:ext>
            </a:extLst>
          </p:cNvPr>
          <p:cNvSpPr/>
          <p:nvPr/>
        </p:nvSpPr>
        <p:spPr>
          <a:xfrm>
            <a:off x="0" y="1386349"/>
            <a:ext cx="6096003" cy="5471650"/>
          </a:xfrm>
          <a:prstGeom prst="rect">
            <a:avLst/>
          </a:prstGeom>
          <a:solidFill>
            <a:srgbClr val="FFFFFF"/>
          </a:solidFill>
          <a:ln w="19046" cap="flat">
            <a:solidFill>
              <a:srgbClr val="4EA72E"/>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0" i="0" u="none" strike="noStrike" kern="1200" cap="none" spc="0" baseline="0">
                <a:solidFill>
                  <a:srgbClr val="0D0D0D"/>
                </a:solidFill>
                <a:uFillTx/>
                <a:latin typeface="Angsana New" pitchFamily="18"/>
                <a:cs typeface="Angsana New" pitchFamily="18"/>
              </a:rPr>
              <a:t>The Roman Empire was The Roman Empire was one of the most powerful and influential civilizations in history. It began in 27 BCE when Augustus North Africa,</a:t>
            </a:r>
            <a:r>
              <a:rPr lang="en-US" sz="3200" b="0" i="0" u="none" strike="noStrike" kern="1200" cap="none" spc="0" baseline="0">
                <a:solidFill>
                  <a:srgbClr val="FFFFFF"/>
                </a:solidFill>
                <a:uFillTx/>
                <a:latin typeface="Angsana New" pitchFamily="18"/>
                <a:cs typeface="Angsana New" pitchFamily="18"/>
              </a:rPr>
              <a:t>, and </a:t>
            </a:r>
            <a:r>
              <a:rPr lang="en-US" sz="3200" b="0" i="0" u="none" strike="noStrike" kern="1200" cap="none" spc="0" baseline="0">
                <a:solidFill>
                  <a:srgbClr val="FFFFFF"/>
                </a:solidFill>
                <a:uFillTx/>
                <a:latin typeface="Abadi" pitchFamily="34"/>
              </a:rPr>
              <a:t>developed </a:t>
            </a:r>
            <a:r>
              <a:rPr lang="en-US" sz="1600" b="0" i="0" u="none" strike="noStrike" kern="1200" cap="none" spc="0" baseline="0">
                <a:solidFill>
                  <a:srgbClr val="FFFFFF"/>
                </a:solidFill>
                <a:uFillTx/>
                <a:latin typeface="Abadi" pitchFamily="34"/>
              </a:rPr>
              <a:t>advanced systems of law and government that still influence the modern world. Latin was the main language, and Roman.</a:t>
            </a:r>
            <a:endParaRPr lang="fr-FR" sz="1600" b="0" i="0" u="none" strike="noStrike" kern="1200" cap="none" spc="0" baseline="0">
              <a:solidFill>
                <a:srgbClr val="FFFFFF"/>
              </a:solidFill>
              <a:uFillTx/>
              <a:latin typeface="Abadi" pitchFamily="34"/>
              <a:cs typeface="Angsana New" pitchFamily="18"/>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Abadi" pitchFamily="34"/>
              </a:rPr>
              <a:t>one of the most powerful and influential civilizations in history. It began in 27 BCE when Augustus became the first emperor and expanded across Europe, North Africa, and the Middle East. The Romans built strong roads, cities, and monuments, and developed advanced systems of law and government that still influence the modern world. Latin was the main language, and Roman.</a:t>
            </a:r>
            <a:endParaRPr lang="fr-FR" sz="1600" b="0" i="0" u="none" strike="noStrike" kern="1200" cap="none" spc="0" baseline="0">
              <a:solidFill>
                <a:srgbClr val="FFFFFF"/>
              </a:solidFill>
              <a:uFillTx/>
              <a:latin typeface="Abadi" pitchFamily="34"/>
              <a:cs typeface="Angsana New" pitchFamily="18"/>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600" b="0" i="0" u="none" strike="noStrike" kern="1200" cap="none" spc="0" baseline="0">
              <a:solidFill>
                <a:srgbClr val="FFC000"/>
              </a:solidFill>
              <a:uFillTx/>
              <a:latin typeface="Aptos"/>
            </a:endParaRPr>
          </a:p>
        </p:txBody>
      </p:sp>
      <p:pic>
        <p:nvPicPr>
          <p:cNvPr id="8" name="Image 12" descr="Une image contenant peinture, dessin humoristique, illustration, mammifère&#10;&#10;Le contenu généré par l’IA peut être incorrect.">
            <a:extLst>
              <a:ext uri="{FF2B5EF4-FFF2-40B4-BE49-F238E27FC236}">
                <a16:creationId xmlns:a16="http://schemas.microsoft.com/office/drawing/2014/main" id="{8896DA38-19B4-CE4B-16A0-4201DB3F9580}"/>
              </a:ext>
            </a:extLst>
          </p:cNvPr>
          <p:cNvPicPr>
            <a:picLocks noChangeAspect="1"/>
          </p:cNvPicPr>
          <p:nvPr/>
        </p:nvPicPr>
        <p:blipFill>
          <a:blip r:embed="rId4"/>
          <a:srcRect t="45114" r="27030" b="29237"/>
          <a:stretch>
            <a:fillRect/>
          </a:stretch>
        </p:blipFill>
        <p:spPr>
          <a:xfrm>
            <a:off x="603330" y="0"/>
            <a:ext cx="11588666" cy="6858000"/>
          </a:xfrm>
          <a:prstGeom prst="rect">
            <a:avLst/>
          </a:prstGeom>
          <a:noFill/>
          <a:ln cap="flat">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0-#ppt_w/2"/>
                                          </p:val>
                                        </p:tav>
                                        <p:tav tm="100000">
                                          <p:val>
                                            <p:strVal val="#ppt_x"/>
                                          </p:val>
                                        </p:tav>
                                      </p:tavLst>
                                    </p:anim>
                                    <p:anim calcmode="lin" valueType="num">
                                      <p:cBhvr>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846</TotalTime>
  <Words>289</Words>
  <Application>Microsoft Office PowerPoint</Application>
  <PresentationFormat>Grand écran</PresentationFormat>
  <Paragraphs>21</Paragraphs>
  <Slides>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vt:i4>
      </vt:variant>
    </vt:vector>
  </HeadingPairs>
  <TitlesOfParts>
    <vt:vector size="14" baseType="lpstr">
      <vt:lpstr>Abadi</vt:lpstr>
      <vt:lpstr>Amasis MT Pro</vt:lpstr>
      <vt:lpstr>Angsana New</vt: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AOULADHAJ YASMINA</dc:creator>
  <cp:lastModifiedBy>AOULADHAJ YASMINA</cp:lastModifiedBy>
  <cp:revision>2</cp:revision>
  <dcterms:created xsi:type="dcterms:W3CDTF">2026-02-06T18:49:49Z</dcterms:created>
  <dcterms:modified xsi:type="dcterms:W3CDTF">2026-02-07T10:17:11Z</dcterms:modified>
</cp:coreProperties>
</file>