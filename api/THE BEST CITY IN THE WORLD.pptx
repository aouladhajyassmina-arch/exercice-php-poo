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B91CC-0A05-4A17-ACE6-D82F64A57682}" v="19" dt="2026-02-07T12:50:52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OULADHAJ YASMINA" userId="91e27806-46a4-4c4b-8612-f668440aa121" providerId="ADAL" clId="{E154562D-A86B-43DE-B5B8-DE59978F87AB}"/>
    <pc:docChg chg="custSel addSld modSld sldOrd">
      <pc:chgData name="AOULADHAJ YASMINA" userId="91e27806-46a4-4c4b-8612-f668440aa121" providerId="ADAL" clId="{E154562D-A86B-43DE-B5B8-DE59978F87AB}" dt="2026-02-07T12:50:52.176" v="148"/>
      <pc:docMkLst>
        <pc:docMk/>
      </pc:docMkLst>
      <pc:sldChg chg="addSp delSp modSp mod modTransition delAnim modAnim">
        <pc:chgData name="AOULADHAJ YASMINA" userId="91e27806-46a4-4c4b-8612-f668440aa121" providerId="ADAL" clId="{E154562D-A86B-43DE-B5B8-DE59978F87AB}" dt="2026-01-12T20:43:37.743" v="30"/>
        <pc:sldMkLst>
          <pc:docMk/>
          <pc:sldMk cId="0" sldId="256"/>
        </pc:sldMkLst>
        <pc:picChg chg="mod">
          <ac:chgData name="AOULADHAJ YASMINA" userId="91e27806-46a4-4c4b-8612-f668440aa121" providerId="ADAL" clId="{E154562D-A86B-43DE-B5B8-DE59978F87AB}" dt="2026-01-12T20:42:21.506" v="9" actId="108"/>
          <ac:picMkLst>
            <pc:docMk/>
            <pc:sldMk cId="0" sldId="256"/>
            <ac:picMk id="3" creationId="{839B4A7D-D343-E3B1-E531-5B14B2E16C64}"/>
          </ac:picMkLst>
        </pc:picChg>
        <pc:picChg chg="mod">
          <ac:chgData name="AOULADHAJ YASMINA" userId="91e27806-46a4-4c4b-8612-f668440aa121" providerId="ADAL" clId="{E154562D-A86B-43DE-B5B8-DE59978F87AB}" dt="2026-01-12T20:42:19.238" v="8" actId="108"/>
          <ac:picMkLst>
            <pc:docMk/>
            <pc:sldMk cId="0" sldId="256"/>
            <ac:picMk id="4" creationId="{543A72A0-A495-F3ED-A3C2-F947A0CA3989}"/>
          </ac:picMkLst>
        </pc:picChg>
        <pc:picChg chg="mod">
          <ac:chgData name="AOULADHAJ YASMINA" userId="91e27806-46a4-4c4b-8612-f668440aa121" providerId="ADAL" clId="{E154562D-A86B-43DE-B5B8-DE59978F87AB}" dt="2026-01-12T20:42:16.491" v="7" actId="108"/>
          <ac:picMkLst>
            <pc:docMk/>
            <pc:sldMk cId="0" sldId="256"/>
            <ac:picMk id="5" creationId="{70CFF373-11F9-F416-4463-348B21B64445}"/>
          </ac:picMkLst>
        </pc:picChg>
        <pc:picChg chg="mod">
          <ac:chgData name="AOULADHAJ YASMINA" userId="91e27806-46a4-4c4b-8612-f668440aa121" providerId="ADAL" clId="{E154562D-A86B-43DE-B5B8-DE59978F87AB}" dt="2026-01-12T20:42:13.229" v="6" actId="339"/>
          <ac:picMkLst>
            <pc:docMk/>
            <pc:sldMk cId="0" sldId="256"/>
            <ac:picMk id="6" creationId="{8741BA1B-0789-F13F-7AB5-F8FAE152FBE8}"/>
          </ac:picMkLst>
        </pc:picChg>
      </pc:sldChg>
      <pc:sldChg chg="modSp mod modTransition">
        <pc:chgData name="AOULADHAJ YASMINA" userId="91e27806-46a4-4c4b-8612-f668440aa121" providerId="ADAL" clId="{E154562D-A86B-43DE-B5B8-DE59978F87AB}" dt="2026-02-07T12:50:52.176" v="148"/>
        <pc:sldMkLst>
          <pc:docMk/>
          <pc:sldMk cId="0" sldId="257"/>
        </pc:sldMkLst>
        <pc:picChg chg="mod">
          <ac:chgData name="AOULADHAJ YASMINA" userId="91e27806-46a4-4c4b-8612-f668440aa121" providerId="ADAL" clId="{E154562D-A86B-43DE-B5B8-DE59978F87AB}" dt="2026-01-12T20:42:37.557" v="13" actId="108"/>
          <ac:picMkLst>
            <pc:docMk/>
            <pc:sldMk cId="0" sldId="257"/>
            <ac:picMk id="3" creationId="{9F821367-4BF2-F0E8-37B6-E51D0E6B7CA4}"/>
          </ac:picMkLst>
        </pc:picChg>
        <pc:picChg chg="mod">
          <ac:chgData name="AOULADHAJ YASMINA" userId="91e27806-46a4-4c4b-8612-f668440aa121" providerId="ADAL" clId="{E154562D-A86B-43DE-B5B8-DE59978F87AB}" dt="2026-01-12T20:42:34.941" v="12" actId="108"/>
          <ac:picMkLst>
            <pc:docMk/>
            <pc:sldMk cId="0" sldId="257"/>
            <ac:picMk id="4" creationId="{19075949-9E69-524E-17EA-70CB560531E4}"/>
          </ac:picMkLst>
        </pc:picChg>
        <pc:picChg chg="mod">
          <ac:chgData name="AOULADHAJ YASMINA" userId="91e27806-46a4-4c4b-8612-f668440aa121" providerId="ADAL" clId="{E154562D-A86B-43DE-B5B8-DE59978F87AB}" dt="2026-01-12T20:42:32.840" v="11" actId="108"/>
          <ac:picMkLst>
            <pc:docMk/>
            <pc:sldMk cId="0" sldId="257"/>
            <ac:picMk id="5" creationId="{9DDCC693-1986-EB15-5B08-4CD62C0CF6C7}"/>
          </ac:picMkLst>
        </pc:picChg>
        <pc:picChg chg="mod">
          <ac:chgData name="AOULADHAJ YASMINA" userId="91e27806-46a4-4c4b-8612-f668440aa121" providerId="ADAL" clId="{E154562D-A86B-43DE-B5B8-DE59978F87AB}" dt="2026-01-12T20:43:30.935" v="29" actId="108"/>
          <ac:picMkLst>
            <pc:docMk/>
            <pc:sldMk cId="0" sldId="257"/>
            <ac:picMk id="6" creationId="{AC4728A2-BD8A-7B22-5FEC-7E983247AFF1}"/>
          </ac:picMkLst>
        </pc:picChg>
      </pc:sldChg>
      <pc:sldChg chg="modSp mod modTransition">
        <pc:chgData name="AOULADHAJ YASMINA" userId="91e27806-46a4-4c4b-8612-f668440aa121" providerId="ADAL" clId="{E154562D-A86B-43DE-B5B8-DE59978F87AB}" dt="2026-01-12T20:43:44.785" v="32"/>
        <pc:sldMkLst>
          <pc:docMk/>
          <pc:sldMk cId="0" sldId="258"/>
        </pc:sldMkLst>
        <pc:picChg chg="mod">
          <ac:chgData name="AOULADHAJ YASMINA" userId="91e27806-46a4-4c4b-8612-f668440aa121" providerId="ADAL" clId="{E154562D-A86B-43DE-B5B8-DE59978F87AB}" dt="2026-01-12T20:42:48.409" v="17" actId="108"/>
          <ac:picMkLst>
            <pc:docMk/>
            <pc:sldMk cId="0" sldId="258"/>
            <ac:picMk id="3" creationId="{C8420780-CE81-B427-AF86-2CE855BF6744}"/>
          </ac:picMkLst>
        </pc:picChg>
        <pc:picChg chg="mod">
          <ac:chgData name="AOULADHAJ YASMINA" userId="91e27806-46a4-4c4b-8612-f668440aa121" providerId="ADAL" clId="{E154562D-A86B-43DE-B5B8-DE59978F87AB}" dt="2026-01-12T20:42:46.305" v="16" actId="108"/>
          <ac:picMkLst>
            <pc:docMk/>
            <pc:sldMk cId="0" sldId="258"/>
            <ac:picMk id="4" creationId="{4F11FB3B-C9A4-5C0E-D52F-DD02CA9F0D34}"/>
          </ac:picMkLst>
        </pc:picChg>
        <pc:picChg chg="mod">
          <ac:chgData name="AOULADHAJ YASMINA" userId="91e27806-46a4-4c4b-8612-f668440aa121" providerId="ADAL" clId="{E154562D-A86B-43DE-B5B8-DE59978F87AB}" dt="2026-01-12T20:43:27.895" v="28" actId="108"/>
          <ac:picMkLst>
            <pc:docMk/>
            <pc:sldMk cId="0" sldId="258"/>
            <ac:picMk id="5" creationId="{285FAE87-B14C-4268-6246-95E5999C66B5}"/>
          </ac:picMkLst>
        </pc:picChg>
        <pc:picChg chg="mod">
          <ac:chgData name="AOULADHAJ YASMINA" userId="91e27806-46a4-4c4b-8612-f668440aa121" providerId="ADAL" clId="{E154562D-A86B-43DE-B5B8-DE59978F87AB}" dt="2026-01-12T20:42:44.461" v="15" actId="108"/>
          <ac:picMkLst>
            <pc:docMk/>
            <pc:sldMk cId="0" sldId="258"/>
            <ac:picMk id="6" creationId="{FAA3AA4F-FB4F-9320-FC3B-CA534930CFA0}"/>
          </ac:picMkLst>
        </pc:picChg>
      </pc:sldChg>
      <pc:sldChg chg="modSp mod modTransition">
        <pc:chgData name="AOULADHAJ YASMINA" userId="91e27806-46a4-4c4b-8612-f668440aa121" providerId="ADAL" clId="{E154562D-A86B-43DE-B5B8-DE59978F87AB}" dt="2026-01-12T20:43:49.157" v="33"/>
        <pc:sldMkLst>
          <pc:docMk/>
          <pc:sldMk cId="0" sldId="259"/>
        </pc:sldMkLst>
        <pc:picChg chg="mod">
          <ac:chgData name="AOULADHAJ YASMINA" userId="91e27806-46a4-4c4b-8612-f668440aa121" providerId="ADAL" clId="{E154562D-A86B-43DE-B5B8-DE59978F87AB}" dt="2026-01-12T20:43:01.565" v="21" actId="108"/>
          <ac:picMkLst>
            <pc:docMk/>
            <pc:sldMk cId="0" sldId="259"/>
            <ac:picMk id="3" creationId="{789FA52A-A8B1-34F2-F476-7EDCF1923730}"/>
          </ac:picMkLst>
        </pc:picChg>
        <pc:picChg chg="mod">
          <ac:chgData name="AOULADHAJ YASMINA" userId="91e27806-46a4-4c4b-8612-f668440aa121" providerId="ADAL" clId="{E154562D-A86B-43DE-B5B8-DE59978F87AB}" dt="2026-01-12T20:43:25.128" v="27" actId="108"/>
          <ac:picMkLst>
            <pc:docMk/>
            <pc:sldMk cId="0" sldId="259"/>
            <ac:picMk id="4" creationId="{94966F20-1F54-C137-0012-BFEC86FD1EA9}"/>
          </ac:picMkLst>
        </pc:picChg>
        <pc:picChg chg="mod">
          <ac:chgData name="AOULADHAJ YASMINA" userId="91e27806-46a4-4c4b-8612-f668440aa121" providerId="ADAL" clId="{E154562D-A86B-43DE-B5B8-DE59978F87AB}" dt="2026-01-12T20:42:59.430" v="20" actId="108"/>
          <ac:picMkLst>
            <pc:docMk/>
            <pc:sldMk cId="0" sldId="259"/>
            <ac:picMk id="5" creationId="{682B1D6E-497D-26A8-4FF9-FD32C4FA5EC2}"/>
          </ac:picMkLst>
        </pc:picChg>
        <pc:picChg chg="mod">
          <ac:chgData name="AOULADHAJ YASMINA" userId="91e27806-46a4-4c4b-8612-f668440aa121" providerId="ADAL" clId="{E154562D-A86B-43DE-B5B8-DE59978F87AB}" dt="2026-01-12T20:42:57.292" v="19" actId="108"/>
          <ac:picMkLst>
            <pc:docMk/>
            <pc:sldMk cId="0" sldId="259"/>
            <ac:picMk id="6" creationId="{C8772DE7-C7D8-37B5-07C1-649D17B08648}"/>
          </ac:picMkLst>
        </pc:picChg>
      </pc:sldChg>
      <pc:sldChg chg="modSp mod modTransition">
        <pc:chgData name="AOULADHAJ YASMINA" userId="91e27806-46a4-4c4b-8612-f668440aa121" providerId="ADAL" clId="{E154562D-A86B-43DE-B5B8-DE59978F87AB}" dt="2026-01-12T20:43:51.797" v="34"/>
        <pc:sldMkLst>
          <pc:docMk/>
          <pc:sldMk cId="0" sldId="260"/>
        </pc:sldMkLst>
        <pc:picChg chg="mod">
          <ac:chgData name="AOULADHAJ YASMINA" userId="91e27806-46a4-4c4b-8612-f668440aa121" providerId="ADAL" clId="{E154562D-A86B-43DE-B5B8-DE59978F87AB}" dt="2026-01-12T20:43:21.017" v="26" actId="339"/>
          <ac:picMkLst>
            <pc:docMk/>
            <pc:sldMk cId="0" sldId="260"/>
            <ac:picMk id="3" creationId="{4448A3A6-8D3E-34E6-D88E-BD585CFE2F20}"/>
          </ac:picMkLst>
        </pc:picChg>
        <pc:picChg chg="mod">
          <ac:chgData name="AOULADHAJ YASMINA" userId="91e27806-46a4-4c4b-8612-f668440aa121" providerId="ADAL" clId="{E154562D-A86B-43DE-B5B8-DE59978F87AB}" dt="2026-01-12T20:43:12.730" v="25" actId="108"/>
          <ac:picMkLst>
            <pc:docMk/>
            <pc:sldMk cId="0" sldId="260"/>
            <ac:picMk id="4" creationId="{2E90A252-685D-D952-B9EC-F3336DEF4140}"/>
          </ac:picMkLst>
        </pc:picChg>
        <pc:picChg chg="mod">
          <ac:chgData name="AOULADHAJ YASMINA" userId="91e27806-46a4-4c4b-8612-f668440aa121" providerId="ADAL" clId="{E154562D-A86B-43DE-B5B8-DE59978F87AB}" dt="2026-01-12T20:43:10.672" v="24" actId="108"/>
          <ac:picMkLst>
            <pc:docMk/>
            <pc:sldMk cId="0" sldId="260"/>
            <ac:picMk id="5" creationId="{C2B336EF-65B9-6AB3-8A24-79883891D514}"/>
          </ac:picMkLst>
        </pc:picChg>
        <pc:picChg chg="mod">
          <ac:chgData name="AOULADHAJ YASMINA" userId="91e27806-46a4-4c4b-8612-f668440aa121" providerId="ADAL" clId="{E154562D-A86B-43DE-B5B8-DE59978F87AB}" dt="2026-01-12T20:43:08.089" v="23" actId="108"/>
          <ac:picMkLst>
            <pc:docMk/>
            <pc:sldMk cId="0" sldId="260"/>
            <ac:picMk id="6" creationId="{30117A49-C73A-C4F4-BE74-995E92BAC361}"/>
          </ac:picMkLst>
        </pc:picChg>
      </pc:sldChg>
      <pc:sldChg chg="addSp modSp add mod ord">
        <pc:chgData name="AOULADHAJ YASMINA" userId="91e27806-46a4-4c4b-8612-f668440aa121" providerId="ADAL" clId="{E154562D-A86B-43DE-B5B8-DE59978F87AB}" dt="2026-01-12T20:47:17.164" v="61" actId="1076"/>
        <pc:sldMkLst>
          <pc:docMk/>
          <pc:sldMk cId="2062939386" sldId="261"/>
        </pc:sldMkLst>
        <pc:spChg chg="mod">
          <ac:chgData name="AOULADHAJ YASMINA" userId="91e27806-46a4-4c4b-8612-f668440aa121" providerId="ADAL" clId="{E154562D-A86B-43DE-B5B8-DE59978F87AB}" dt="2026-01-12T20:45:03.040" v="48" actId="20577"/>
          <ac:spMkLst>
            <pc:docMk/>
            <pc:sldMk cId="2062939386" sldId="261"/>
            <ac:spMk id="2" creationId="{6D72C432-7788-9262-7734-30CA224CA6DA}"/>
          </ac:spMkLst>
        </pc:spChg>
        <pc:picChg chg="mod">
          <ac:chgData name="AOULADHAJ YASMINA" userId="91e27806-46a4-4c4b-8612-f668440aa121" providerId="ADAL" clId="{E154562D-A86B-43DE-B5B8-DE59978F87AB}" dt="2026-01-12T20:47:13.120" v="60" actId="1076"/>
          <ac:picMkLst>
            <pc:docMk/>
            <pc:sldMk cId="2062939386" sldId="261"/>
            <ac:picMk id="3" creationId="{7D78B306-4A6E-330B-D279-BC76A6938EB5}"/>
          </ac:picMkLst>
        </pc:picChg>
        <pc:picChg chg="mod">
          <ac:chgData name="AOULADHAJ YASMINA" userId="91e27806-46a4-4c4b-8612-f668440aa121" providerId="ADAL" clId="{E154562D-A86B-43DE-B5B8-DE59978F87AB}" dt="2026-01-12T20:47:11.617" v="59" actId="1076"/>
          <ac:picMkLst>
            <pc:docMk/>
            <pc:sldMk cId="2062939386" sldId="261"/>
            <ac:picMk id="4" creationId="{3D2891DC-DB1E-0FB4-824E-132A789900E5}"/>
          </ac:picMkLst>
        </pc:picChg>
        <pc:picChg chg="mod">
          <ac:chgData name="AOULADHAJ YASMINA" userId="91e27806-46a4-4c4b-8612-f668440aa121" providerId="ADAL" clId="{E154562D-A86B-43DE-B5B8-DE59978F87AB}" dt="2026-01-12T20:47:10.063" v="58" actId="1076"/>
          <ac:picMkLst>
            <pc:docMk/>
            <pc:sldMk cId="2062939386" sldId="261"/>
            <ac:picMk id="5" creationId="{49C0ACEA-84DA-CE1D-B3D7-ABD9D6FB7C5B}"/>
          </ac:picMkLst>
        </pc:picChg>
        <pc:picChg chg="mod">
          <ac:chgData name="AOULADHAJ YASMINA" userId="91e27806-46a4-4c4b-8612-f668440aa121" providerId="ADAL" clId="{E154562D-A86B-43DE-B5B8-DE59978F87AB}" dt="2026-01-12T20:47:08.003" v="57" actId="1076"/>
          <ac:picMkLst>
            <pc:docMk/>
            <pc:sldMk cId="2062939386" sldId="261"/>
            <ac:picMk id="6" creationId="{517AC56E-F282-7685-3820-3AE878823B54}"/>
          </ac:picMkLst>
        </pc:picChg>
        <pc:picChg chg="add mod">
          <ac:chgData name="AOULADHAJ YASMINA" userId="91e27806-46a4-4c4b-8612-f668440aa121" providerId="ADAL" clId="{E154562D-A86B-43DE-B5B8-DE59978F87AB}" dt="2026-01-12T20:47:17.164" v="61" actId="1076"/>
          <ac:picMkLst>
            <pc:docMk/>
            <pc:sldMk cId="2062939386" sldId="261"/>
            <ac:picMk id="8" creationId="{EDF21519-5F73-3743-ACDD-DE9915916588}"/>
          </ac:picMkLst>
        </pc:picChg>
      </pc:sldChg>
      <pc:sldChg chg="addSp modSp add mod">
        <pc:chgData name="AOULADHAJ YASMINA" userId="91e27806-46a4-4c4b-8612-f668440aa121" providerId="ADAL" clId="{E154562D-A86B-43DE-B5B8-DE59978F87AB}" dt="2026-01-12T20:50:18.409" v="146" actId="108"/>
        <pc:sldMkLst>
          <pc:docMk/>
          <pc:sldMk cId="3791739317" sldId="262"/>
        </pc:sldMkLst>
        <pc:spChg chg="add mod">
          <ac:chgData name="AOULADHAJ YASMINA" userId="91e27806-46a4-4c4b-8612-f668440aa121" providerId="ADAL" clId="{E154562D-A86B-43DE-B5B8-DE59978F87AB}" dt="2026-01-12T20:50:07.724" v="142" actId="13822"/>
          <ac:spMkLst>
            <pc:docMk/>
            <pc:sldMk cId="3791739317" sldId="262"/>
            <ac:spMk id="7" creationId="{8CD7282C-2D9F-15D5-A5FC-28ADF38F3749}"/>
          </ac:spMkLst>
        </pc:spChg>
        <pc:spChg chg="add mod">
          <ac:chgData name="AOULADHAJ YASMINA" userId="91e27806-46a4-4c4b-8612-f668440aa121" providerId="ADAL" clId="{E154562D-A86B-43DE-B5B8-DE59978F87AB}" dt="2026-01-12T20:50:11.301" v="143" actId="108"/>
          <ac:spMkLst>
            <pc:docMk/>
            <pc:sldMk cId="3791739317" sldId="262"/>
            <ac:spMk id="9" creationId="{A7E17A87-C4D7-CEF0-766B-0A1115CD5E9C}"/>
          </ac:spMkLst>
        </pc:spChg>
        <pc:spChg chg="add mod">
          <ac:chgData name="AOULADHAJ YASMINA" userId="91e27806-46a4-4c4b-8612-f668440aa121" providerId="ADAL" clId="{E154562D-A86B-43DE-B5B8-DE59978F87AB}" dt="2026-01-12T20:50:14.011" v="144" actId="108"/>
          <ac:spMkLst>
            <pc:docMk/>
            <pc:sldMk cId="3791739317" sldId="262"/>
            <ac:spMk id="10" creationId="{9B2B14C0-02B8-B628-CF9A-1214BDE0F147}"/>
          </ac:spMkLst>
        </pc:spChg>
        <pc:spChg chg="add mod">
          <ac:chgData name="AOULADHAJ YASMINA" userId="91e27806-46a4-4c4b-8612-f668440aa121" providerId="ADAL" clId="{E154562D-A86B-43DE-B5B8-DE59978F87AB}" dt="2026-01-12T20:50:16.534" v="145" actId="108"/>
          <ac:spMkLst>
            <pc:docMk/>
            <pc:sldMk cId="3791739317" sldId="262"/>
            <ac:spMk id="11" creationId="{261351FB-E4EE-FE33-6697-15630D1C04E5}"/>
          </ac:spMkLst>
        </pc:spChg>
        <pc:spChg chg="add mod">
          <ac:chgData name="AOULADHAJ YASMINA" userId="91e27806-46a4-4c4b-8612-f668440aa121" providerId="ADAL" clId="{E154562D-A86B-43DE-B5B8-DE59978F87AB}" dt="2026-01-12T20:50:18.409" v="146" actId="108"/>
          <ac:spMkLst>
            <pc:docMk/>
            <pc:sldMk cId="3791739317" sldId="262"/>
            <ac:spMk id="12" creationId="{58409AB8-044E-9F16-D119-41A1A719B48E}"/>
          </ac:spMkLst>
        </pc:spChg>
        <pc:picChg chg="mod">
          <ac:chgData name="AOULADHAJ YASMINA" userId="91e27806-46a4-4c4b-8612-f668440aa121" providerId="ADAL" clId="{E154562D-A86B-43DE-B5B8-DE59978F87AB}" dt="2026-01-12T20:49:05.502" v="103" actId="1076"/>
          <ac:picMkLst>
            <pc:docMk/>
            <pc:sldMk cId="3791739317" sldId="262"/>
            <ac:picMk id="3" creationId="{D828C463-E8CC-4A17-A763-65CC2D150743}"/>
          </ac:picMkLst>
        </pc:picChg>
        <pc:picChg chg="mod">
          <ac:chgData name="AOULADHAJ YASMINA" userId="91e27806-46a4-4c4b-8612-f668440aa121" providerId="ADAL" clId="{E154562D-A86B-43DE-B5B8-DE59978F87AB}" dt="2026-01-12T20:48:14.570" v="86" actId="1076"/>
          <ac:picMkLst>
            <pc:docMk/>
            <pc:sldMk cId="3791739317" sldId="262"/>
            <ac:picMk id="4" creationId="{2520BACB-F05B-CF6C-E230-06FAAE3C7A1B}"/>
          </ac:picMkLst>
        </pc:picChg>
        <pc:picChg chg="mod">
          <ac:chgData name="AOULADHAJ YASMINA" userId="91e27806-46a4-4c4b-8612-f668440aa121" providerId="ADAL" clId="{E154562D-A86B-43DE-B5B8-DE59978F87AB}" dt="2026-01-12T20:48:21.258" v="89" actId="1076"/>
          <ac:picMkLst>
            <pc:docMk/>
            <pc:sldMk cId="3791739317" sldId="262"/>
            <ac:picMk id="5" creationId="{49484059-DE60-1BC3-314C-2B0475AF4D56}"/>
          </ac:picMkLst>
        </pc:picChg>
        <pc:picChg chg="mod">
          <ac:chgData name="AOULADHAJ YASMINA" userId="91e27806-46a4-4c4b-8612-f668440aa121" providerId="ADAL" clId="{E154562D-A86B-43DE-B5B8-DE59978F87AB}" dt="2026-01-12T20:48:09.399" v="84" actId="1076"/>
          <ac:picMkLst>
            <pc:docMk/>
            <pc:sldMk cId="3791739317" sldId="262"/>
            <ac:picMk id="6" creationId="{FA853362-7813-5ED5-E405-636D79CF4A4D}"/>
          </ac:picMkLst>
        </pc:picChg>
        <pc:picChg chg="mod">
          <ac:chgData name="AOULADHAJ YASMINA" userId="91e27806-46a4-4c4b-8612-f668440aa121" providerId="ADAL" clId="{E154562D-A86B-43DE-B5B8-DE59978F87AB}" dt="2026-01-12T20:48:19.151" v="88" actId="1076"/>
          <ac:picMkLst>
            <pc:docMk/>
            <pc:sldMk cId="3791739317" sldId="262"/>
            <ac:picMk id="8" creationId="{385CD77F-314E-5C16-3F4A-89E3B59B6F0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5CD941-5C37-9D59-6BDB-C51329B5CC9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165438-FC10-660A-DE90-0E295C8DF92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806947-7C0A-46A0-9610-61276D51A98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75EAA5F-4895-4817-91C5-A3697E002F95}" type="datetime1">
              <a:rPr lang="fr-FR"/>
              <a:pPr lvl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9B5D9E-2E8F-0AD3-76F5-8E9AF7A43B4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072B1C-88C4-0A96-02D4-EA24E44F1AB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262611-AB91-4C18-924D-ED09DBF1A86B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9501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48B676-A35A-FF18-4974-B9C57A29AE9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1DE10D-91A5-E78F-C7DB-5509914F6B0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BDC548-4602-B6AA-64F5-B4DD4C34BB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5C119C5-381F-4D63-B424-7ADF838D9876}" type="datetime1">
              <a:rPr lang="fr-FR"/>
              <a:pPr lvl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8F8D85-13A4-6D69-16BC-FEE3D630897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ADC647-5EA4-7EAF-2C9A-0F4E3B66D2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AB5F01-69A9-4B76-B8B1-473904E89F9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3144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08EAEC-1341-FD57-1B12-5CCA51D226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BAA990-FA48-9F89-CE13-E9E17ADDC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185FF3-2F74-09F5-D453-31FE0381529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49208A-93DF-4CC5-A1FB-FBDEC9A8A4B0}" type="datetime1">
              <a:rPr lang="fr-FR"/>
              <a:pPr lvl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981326-7448-F80B-DE5B-1BB52999726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49C052-F3A1-CE58-F816-E004363BBF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EE09F8-2A20-492A-91D3-D8AC3BB44A4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1088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96C192-C9C3-FBDA-3CE9-61D42E78BD7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F01E1C-02A2-C5EF-CBBB-CC79E7270C9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7CFA91-B2D0-8DDA-EB28-4D0F2D0EA51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EDA0EE-E0BB-1500-5F1F-17ACB91210C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5E6CFD9-3EE0-421F-8E27-A367C618718A}" type="datetime1">
              <a:rPr lang="fr-FR"/>
              <a:pPr lvl="0"/>
              <a:t>07/02/2026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142F7E-E046-8CA1-CBBF-5D90D6DE78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D26B5E-6014-3430-7A01-9D9BAC57338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8F69CD2-E7CD-4389-818F-5C48CADBB89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6901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53044F-A7CB-4F32-EF4A-D115E0D15B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B05CE7-12E2-2AB2-C741-7CF334BD8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5BBA14-BCE3-C882-62F2-1D0D45370AD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4A51B7B-E630-B65F-F7EB-5B2591005BC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571B92-AD1C-040B-B612-60FC5955F1A2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323354B-CBDE-0DDF-4FC7-ABC24654A4D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4FAEE8D-498E-400D-A509-A2C8FC1D6AD0}" type="datetime1">
              <a:rPr lang="fr-FR"/>
              <a:pPr lvl="0"/>
              <a:t>07/02/2026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8CD0863-37EE-20BC-669A-892E8F88027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38A9AAD-9A0C-CD8C-FF35-DAEEFCB2C6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104A0A-0C48-4810-B7FF-0679B4FB6F8A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823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6A9341-5A68-A00D-7225-E60129BC5D1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EEF72B-0DEB-0D6E-2813-1EC48F1EC79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937CF7-294C-469D-9607-D947D6BD0031}" type="datetime1">
              <a:rPr lang="fr-FR"/>
              <a:pPr lvl="0"/>
              <a:t>07/02/2026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F06189-B2E1-B732-E215-1F267F8002A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5C5DDA-CD17-81D4-1983-E51B44DF056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914F54-99CF-478E-81B5-87D8E8890C33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6768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0DFFD3B-DEF5-D07E-5D1D-C73C85A0ED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D34D12-B1D8-48C0-9FD8-D43CB1E8E6FC}" type="datetime1">
              <a:rPr lang="fr-FR"/>
              <a:pPr lvl="0"/>
              <a:t>07/02/2026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36C252B-F544-3ACF-46F3-77C01D95864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A20D81-87FF-A8FF-E48A-D9813DE7C3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7CE2610-11C6-4F57-9968-1BC6869FCD60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4915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1B695A-CE57-7205-BF6E-0CF1AEB44E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76DA43-693B-C2B2-545F-FFBED4623F4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E92D0B-C846-1B69-7C4D-D0958AA3F5F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40C917-4E15-0E99-FDA7-15C34530DF5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286FCB-953B-4A42-823B-E60B0FA91632}" type="datetime1">
              <a:rPr lang="fr-FR"/>
              <a:pPr lvl="0"/>
              <a:t>07/02/2026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031B28-F8DB-BF59-7514-3A2ED31F5AF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1509BE-9973-DE98-C844-AA3DAA46404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7FDB22-958D-4216-BB0B-E3512B7FA20F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0590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2020B0-DAA4-4439-F5B8-AC579CC969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3F0DE9B-C1ED-6494-7CC4-8CF18DFB0F2B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3ACEB1-049A-44F6-D670-4E591BA6990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C02022-BABA-2EE8-E107-959F322D2E6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78B140-3777-4F0F-9510-FB4F8E9645EF}" type="datetime1">
              <a:rPr lang="fr-FR"/>
              <a:pPr lvl="0"/>
              <a:t>07/02/2026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89312D-8005-419B-0917-339B48A2EBB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9DF57F-D9D5-6C91-9A3D-D39B646A67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1BBE51-E732-4AF0-A68C-7F57D9AF748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59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931BF5-1037-AF3F-BD20-75B8FD226B2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939138E-65D7-E6DE-BDA3-AB4C9EAC9CC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81A384-6630-5CFB-1A6B-CBD0E8816EB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659CBD-FC37-43A1-8254-464C18C2C143}" type="datetime1">
              <a:rPr lang="fr-FR"/>
              <a:pPr lvl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9EF0CB-F201-B105-4918-B41107DF6A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CE98AF-070E-9306-0863-55088B4DAFE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96863F-7694-45B6-AC93-40AF92651D3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0485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E58647E-24C8-0E52-8CAD-6421F7BEBB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5DE8233-B842-A386-9079-D1ECEFBB9D8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1CB9B0-0014-41D7-CFFE-582EEDC6290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81BA17F-A8D5-416B-8233-85FB8B88EC53}" type="datetime1">
              <a:rPr lang="fr-FR"/>
              <a:pPr lvl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AE89F7-EE5D-9F66-79C3-7383304139D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D24AE5-931D-C108-B996-7465F9AD94C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54B3814-6617-4E00-ADEB-9541EBAA5FA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080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D4B0E4D-18FD-3876-7764-057853A52A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3865BA-2922-41A1-31BE-139702C6DE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68FF6F-5365-A8F5-C89A-34BD0036847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4037B77E-78F9-479A-B862-D87347D64C03}" type="datetime1">
              <a:rPr lang="fr-FR"/>
              <a:pPr lvl="0"/>
              <a:t>07/02/2026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5DA198-8C86-D2C2-7939-28773F01E98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635F0F-F4E7-F411-8C7E-DBDF68BB30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35C7AD65-CD87-4633-9218-A7E9749BB675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fr-FR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fr-FR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fif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fif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fif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fif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fif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fif"/><Relationship Id="rId5" Type="http://schemas.openxmlformats.org/officeDocument/2006/relationships/image" Target="../media/image4.jfif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fif"/><Relationship Id="rId5" Type="http://schemas.openxmlformats.org/officeDocument/2006/relationships/image" Target="../media/image4.jfif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7E4AEC-7C9F-8553-5E57-E8EC8A4403F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14140" y="441262"/>
            <a:ext cx="8881868" cy="1277809"/>
          </a:xfrm>
        </p:spPr>
        <p:txBody>
          <a:bodyPr/>
          <a:lstStyle/>
          <a:p>
            <a:pPr lvl="0"/>
            <a:r>
              <a:rPr lang="fr-FR" sz="4400"/>
              <a:t>THE BEST CITY IN THE WORLD</a:t>
            </a:r>
          </a:p>
        </p:txBody>
      </p:sp>
      <p:pic>
        <p:nvPicPr>
          <p:cNvPr id="3" name="Image 4" descr="Une image contenant arbre, tour, ciel, bâtiment&#10;&#10;Le contenu généré par l’IA peut être incorrect.">
            <a:extLst>
              <a:ext uri="{FF2B5EF4-FFF2-40B4-BE49-F238E27FC236}">
                <a16:creationId xmlns:a16="http://schemas.microsoft.com/office/drawing/2014/main" id="{839B4A7D-D343-E3B1-E531-5B14B2E16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156" y="3569945"/>
            <a:ext cx="2102361" cy="2591802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4" name="Image 6" descr="Une image contenant plein air, ciel, nuage, bâtiment&#10;&#10;Le contenu généré par l’IA peut être incorrect.">
            <a:extLst>
              <a:ext uri="{FF2B5EF4-FFF2-40B4-BE49-F238E27FC236}">
                <a16:creationId xmlns:a16="http://schemas.microsoft.com/office/drawing/2014/main" id="{543A72A0-A495-F3ED-A3C2-F947A0CA3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687" y="3514596"/>
            <a:ext cx="2127507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5" name="Image 8" descr="Une image contenant ciel, plein air, arbre, nuage&#10;&#10;Le contenu généré par l’IA peut être incorrect.">
            <a:extLst>
              <a:ext uri="{FF2B5EF4-FFF2-40B4-BE49-F238E27FC236}">
                <a16:creationId xmlns:a16="http://schemas.microsoft.com/office/drawing/2014/main" id="{70CFF373-11F9-F416-4463-348B21B64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511" y="3495440"/>
            <a:ext cx="2097020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6" name="Image 10" descr="Une image contenant plein air, nuage, ciel, Zone urbaine&#10;&#10;Le contenu généré par l’IA peut être incorrect.">
            <a:extLst>
              <a:ext uri="{FF2B5EF4-FFF2-40B4-BE49-F238E27FC236}">
                <a16:creationId xmlns:a16="http://schemas.microsoft.com/office/drawing/2014/main" id="{8741BA1B-0789-F13F-7AB5-F8FAE152F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8385" y="3540465"/>
            <a:ext cx="2097020" cy="2621283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F0E1D-2011-07CB-878E-701C2B111AD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14140" y="441262"/>
            <a:ext cx="8881868" cy="1277809"/>
          </a:xfrm>
        </p:spPr>
        <p:txBody>
          <a:bodyPr/>
          <a:lstStyle/>
          <a:p>
            <a:pPr lvl="0"/>
            <a:r>
              <a:rPr lang="fr-FR" sz="4400"/>
              <a:t>THE BEST CITY IN THE WORLD</a:t>
            </a:r>
          </a:p>
        </p:txBody>
      </p:sp>
      <p:pic>
        <p:nvPicPr>
          <p:cNvPr id="3" name="Image 4" descr="Une image contenant arbre, tour, ciel, bâtiment&#10;&#10;Le contenu généré par l’IA peut être incorrect.">
            <a:extLst>
              <a:ext uri="{FF2B5EF4-FFF2-40B4-BE49-F238E27FC236}">
                <a16:creationId xmlns:a16="http://schemas.microsoft.com/office/drawing/2014/main" id="{9F821367-4BF2-F0E8-37B6-E51D0E6B7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339" y="3960083"/>
            <a:ext cx="2102361" cy="2591802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4" name="Image 6" descr="Une image contenant plein air, ciel, nuage, bâtiment&#10;&#10;Le contenu généré par l’IA peut être incorrect.">
            <a:extLst>
              <a:ext uri="{FF2B5EF4-FFF2-40B4-BE49-F238E27FC236}">
                <a16:creationId xmlns:a16="http://schemas.microsoft.com/office/drawing/2014/main" id="{19075949-9E69-524E-17EA-70CB56053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3" y="3824935"/>
            <a:ext cx="2127507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5" name="Image 8" descr="Une image contenant ciel, plein air, arbre, nuage&#10;&#10;Le contenu généré par l’IA peut être incorrect.">
            <a:extLst>
              <a:ext uri="{FF2B5EF4-FFF2-40B4-BE49-F238E27FC236}">
                <a16:creationId xmlns:a16="http://schemas.microsoft.com/office/drawing/2014/main" id="{9DDCC693-1986-EB15-5B08-4CD62C0CF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803" y="3824935"/>
            <a:ext cx="2097020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6" name="Image 10" descr="Une image contenant plein air, nuage, ciel, Zone urbaine&#10;&#10;Le contenu généré par l’IA peut être incorrect.">
            <a:extLst>
              <a:ext uri="{FF2B5EF4-FFF2-40B4-BE49-F238E27FC236}">
                <a16:creationId xmlns:a16="http://schemas.microsoft.com/office/drawing/2014/main" id="{AC4728A2-BD8A-7B22-5FEC-7E983247A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2906" y="2259299"/>
            <a:ext cx="2097020" cy="2621283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AB743FB0-1347-876D-245C-45533CE9B49E}"/>
              </a:ext>
            </a:extLst>
          </p:cNvPr>
          <p:cNvSpPr/>
          <p:nvPr/>
        </p:nvSpPr>
        <p:spPr>
          <a:xfrm>
            <a:off x="7431027" y="2015922"/>
            <a:ext cx="4072124" cy="206885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Madrid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Fzejuezj ezcgyebhg ufgtzl lrjzfsbj nldfly iufj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D360DD-DC7C-590B-D73C-C29BFD088F3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14140" y="441262"/>
            <a:ext cx="8881868" cy="1277809"/>
          </a:xfrm>
        </p:spPr>
        <p:txBody>
          <a:bodyPr/>
          <a:lstStyle/>
          <a:p>
            <a:pPr lvl="0"/>
            <a:r>
              <a:rPr lang="fr-FR" sz="4400"/>
              <a:t>THE BEST CITY IN THE WORLD</a:t>
            </a:r>
          </a:p>
        </p:txBody>
      </p:sp>
      <p:pic>
        <p:nvPicPr>
          <p:cNvPr id="3" name="Image 4" descr="Une image contenant arbre, tour, ciel, bâtiment&#10;&#10;Le contenu généré par l’IA peut être incorrect.">
            <a:extLst>
              <a:ext uri="{FF2B5EF4-FFF2-40B4-BE49-F238E27FC236}">
                <a16:creationId xmlns:a16="http://schemas.microsoft.com/office/drawing/2014/main" id="{C8420780-CE81-B427-AF86-2CE855BF6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156" y="3569945"/>
            <a:ext cx="2102361" cy="2591802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4" name="Image 6" descr="Une image contenant plein air, ciel, nuage, bâtiment&#10;&#10;Le contenu généré par l’IA peut être incorrect.">
            <a:extLst>
              <a:ext uri="{FF2B5EF4-FFF2-40B4-BE49-F238E27FC236}">
                <a16:creationId xmlns:a16="http://schemas.microsoft.com/office/drawing/2014/main" id="{4F11FB3B-C9A4-5C0E-D52F-DD02CA9F0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687" y="3514596"/>
            <a:ext cx="2127507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5" name="Image 8" descr="Une image contenant ciel, plein air, arbre, nuage&#10;&#10;Le contenu généré par l’IA peut être incorrect.">
            <a:extLst>
              <a:ext uri="{FF2B5EF4-FFF2-40B4-BE49-F238E27FC236}">
                <a16:creationId xmlns:a16="http://schemas.microsoft.com/office/drawing/2014/main" id="{285FAE87-B14C-4268-6246-95E5999C6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1011" y="1849520"/>
            <a:ext cx="2097020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6" name="Image 10" descr="Une image contenant plein air, nuage, ciel, Zone urbaine&#10;&#10;Le contenu généré par l’IA peut être incorrect.">
            <a:extLst>
              <a:ext uri="{FF2B5EF4-FFF2-40B4-BE49-F238E27FC236}">
                <a16:creationId xmlns:a16="http://schemas.microsoft.com/office/drawing/2014/main" id="{FAA3AA4F-FB4F-9320-FC3B-CA534930C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8385" y="3540465"/>
            <a:ext cx="2097020" cy="2621283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9583477-756D-9EF0-DE72-483968FD38C7}"/>
              </a:ext>
            </a:extLst>
          </p:cNvPr>
          <p:cNvSpPr/>
          <p:nvPr/>
        </p:nvSpPr>
        <p:spPr>
          <a:xfrm>
            <a:off x="7431027" y="2015922"/>
            <a:ext cx="4072124" cy="206885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Marrakeshe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Fzejuezj ezcgyebhg ufgtzl lrjzfsbj nldfly iufj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B0E65-9F4F-6697-146F-F895C019F8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14140" y="441262"/>
            <a:ext cx="8881868" cy="1277809"/>
          </a:xfrm>
        </p:spPr>
        <p:txBody>
          <a:bodyPr/>
          <a:lstStyle/>
          <a:p>
            <a:pPr lvl="0"/>
            <a:r>
              <a:rPr lang="fr-FR" sz="4400"/>
              <a:t>THE BEST CITY IN THE WORLD</a:t>
            </a:r>
          </a:p>
        </p:txBody>
      </p:sp>
      <p:pic>
        <p:nvPicPr>
          <p:cNvPr id="3" name="Image 4" descr="Une image contenant arbre, tour, ciel, bâtiment&#10;&#10;Le contenu généré par l’IA peut être incorrect.">
            <a:extLst>
              <a:ext uri="{FF2B5EF4-FFF2-40B4-BE49-F238E27FC236}">
                <a16:creationId xmlns:a16="http://schemas.microsoft.com/office/drawing/2014/main" id="{789FA52A-A8B1-34F2-F476-7EDCF1923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400" y="3774204"/>
            <a:ext cx="2102361" cy="2591802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4" name="Image 6" descr="Une image contenant plein air, ciel, nuage, bâtiment&#10;&#10;Le contenu généré par l’IA peut être incorrect.">
            <a:extLst>
              <a:ext uri="{FF2B5EF4-FFF2-40B4-BE49-F238E27FC236}">
                <a16:creationId xmlns:a16="http://schemas.microsoft.com/office/drawing/2014/main" id="{94966F20-1F54-C137-0012-BFEC86FD1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382" y="1889763"/>
            <a:ext cx="2127507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5" name="Image 8" descr="Une image contenant ciel, plein air, arbre, nuage&#10;&#10;Le contenu généré par l’IA peut être incorrect.">
            <a:extLst>
              <a:ext uri="{FF2B5EF4-FFF2-40B4-BE49-F238E27FC236}">
                <a16:creationId xmlns:a16="http://schemas.microsoft.com/office/drawing/2014/main" id="{682B1D6E-497D-26A8-4FF9-FD32C4FA5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885" y="3788743"/>
            <a:ext cx="2097020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6" name="Image 10" descr="Une image contenant plein air, nuage, ciel, Zone urbaine&#10;&#10;Le contenu généré par l’IA peut être incorrect.">
            <a:extLst>
              <a:ext uri="{FF2B5EF4-FFF2-40B4-BE49-F238E27FC236}">
                <a16:creationId xmlns:a16="http://schemas.microsoft.com/office/drawing/2014/main" id="{C8772DE7-C7D8-37B5-07C1-649D17B08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0382" y="3795454"/>
            <a:ext cx="2097020" cy="2621283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2928DC7-056D-D9EC-3EAF-2ACEA0C5BA89}"/>
              </a:ext>
            </a:extLst>
          </p:cNvPr>
          <p:cNvSpPr/>
          <p:nvPr/>
        </p:nvSpPr>
        <p:spPr>
          <a:xfrm>
            <a:off x="7114032" y="2169322"/>
            <a:ext cx="4072124" cy="206885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Tokyo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Fzejuezj ezcgyebhg ufgtzl lrjzfsbj nldfly iufj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43F827-9F8D-FD49-98FB-85967C9FB7B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14140" y="441262"/>
            <a:ext cx="8881868" cy="1277809"/>
          </a:xfrm>
        </p:spPr>
        <p:txBody>
          <a:bodyPr/>
          <a:lstStyle/>
          <a:p>
            <a:pPr lvl="0"/>
            <a:r>
              <a:rPr lang="fr-FR" sz="4400"/>
              <a:t>THE BEST CITY IN THE WORLD</a:t>
            </a:r>
          </a:p>
        </p:txBody>
      </p:sp>
      <p:pic>
        <p:nvPicPr>
          <p:cNvPr id="3" name="Image 4" descr="Une image contenant arbre, tour, ciel, bâtiment&#10;&#10;Le contenu généré par l’IA peut être incorrect.">
            <a:extLst>
              <a:ext uri="{FF2B5EF4-FFF2-40B4-BE49-F238E27FC236}">
                <a16:creationId xmlns:a16="http://schemas.microsoft.com/office/drawing/2014/main" id="{4448A3A6-8D3E-34E6-D88E-BD585CFE2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672" y="1922590"/>
            <a:ext cx="2102361" cy="2591802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4" name="Image 6" descr="Une image contenant plein air, ciel, nuage, bâtiment&#10;&#10;Le contenu généré par l’IA peut être incorrect.">
            <a:extLst>
              <a:ext uri="{FF2B5EF4-FFF2-40B4-BE49-F238E27FC236}">
                <a16:creationId xmlns:a16="http://schemas.microsoft.com/office/drawing/2014/main" id="{2E90A252-685D-D952-B9EC-F3336DEF4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210" y="3824935"/>
            <a:ext cx="2127507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5" name="Image 8" descr="Une image contenant ciel, plein air, arbre, nuage&#10;&#10;Le contenu généré par l’IA peut être incorrect.">
            <a:extLst>
              <a:ext uri="{FF2B5EF4-FFF2-40B4-BE49-F238E27FC236}">
                <a16:creationId xmlns:a16="http://schemas.microsoft.com/office/drawing/2014/main" id="{C2B336EF-65B9-6AB3-8A24-79883891D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428" y="3759262"/>
            <a:ext cx="2097020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6" name="Image 10" descr="Une image contenant plein air, nuage, ciel, Zone urbaine&#10;&#10;Le contenu généré par l’IA peut être incorrect.">
            <a:extLst>
              <a:ext uri="{FF2B5EF4-FFF2-40B4-BE49-F238E27FC236}">
                <a16:creationId xmlns:a16="http://schemas.microsoft.com/office/drawing/2014/main" id="{30117A49-C73A-C4F4-BE74-995E92BAC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3260" y="3795454"/>
            <a:ext cx="2097020" cy="2621283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D7033A-8059-E095-B3D3-E68C724E6D51}"/>
              </a:ext>
            </a:extLst>
          </p:cNvPr>
          <p:cNvSpPr/>
          <p:nvPr/>
        </p:nvSpPr>
        <p:spPr>
          <a:xfrm>
            <a:off x="7431027" y="2015922"/>
            <a:ext cx="4072124" cy="206885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Paris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Fzejuezj ezcgyebhg ufgtzl lrjzfsbj nldfly iufj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4493-4A1A-423D-CBD8-A733182C8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72C432-7788-9262-7734-30CA224CA6D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14140" y="441262"/>
            <a:ext cx="8881868" cy="1277809"/>
          </a:xfrm>
        </p:spPr>
        <p:txBody>
          <a:bodyPr>
            <a:normAutofit fontScale="90000"/>
          </a:bodyPr>
          <a:lstStyle/>
          <a:p>
            <a:pPr lvl="0"/>
            <a:r>
              <a:rPr lang="fr-FR" sz="4400" dirty="0"/>
              <a:t>THE BEST CITY IN THE WORLD</a:t>
            </a:r>
            <a:br>
              <a:rPr lang="fr-FR" sz="4400" dirty="0"/>
            </a:br>
            <a:r>
              <a:rPr lang="fr-FR" sz="4400" dirty="0" err="1"/>
              <a:t>is</a:t>
            </a:r>
            <a:r>
              <a:rPr lang="fr-FR" sz="4400" dirty="0"/>
              <a:t> Tanger</a:t>
            </a:r>
          </a:p>
        </p:txBody>
      </p:sp>
      <p:pic>
        <p:nvPicPr>
          <p:cNvPr id="3" name="Image 4" descr="Une image contenant arbre, tour, ciel, bâtiment&#10;&#10;Le contenu généré par l’IA peut être incorrect.">
            <a:extLst>
              <a:ext uri="{FF2B5EF4-FFF2-40B4-BE49-F238E27FC236}">
                <a16:creationId xmlns:a16="http://schemas.microsoft.com/office/drawing/2014/main" id="{7D78B306-4A6E-330B-D279-BC76A6938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995" y="4248102"/>
            <a:ext cx="2102361" cy="2591802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4" name="Image 6" descr="Une image contenant plein air, ciel, nuage, bâtiment&#10;&#10;Le contenu généré par l’IA peut être incorrect.">
            <a:extLst>
              <a:ext uri="{FF2B5EF4-FFF2-40B4-BE49-F238E27FC236}">
                <a16:creationId xmlns:a16="http://schemas.microsoft.com/office/drawing/2014/main" id="{3D2891DC-DB1E-0FB4-824E-132A78990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359" y="4368825"/>
            <a:ext cx="2127507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5" name="Image 8" descr="Une image contenant ciel, plein air, arbre, nuage&#10;&#10;Le contenu généré par l’IA peut être incorrect.">
            <a:extLst>
              <a:ext uri="{FF2B5EF4-FFF2-40B4-BE49-F238E27FC236}">
                <a16:creationId xmlns:a16="http://schemas.microsoft.com/office/drawing/2014/main" id="{49C0ACEA-84DA-CE1D-B3D7-ABD9D6FB7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499" y="4230006"/>
            <a:ext cx="2097020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6" name="Image 10" descr="Une image contenant plein air, nuage, ciel, Zone urbaine&#10;&#10;Le contenu généré par l’IA peut être incorrect.">
            <a:extLst>
              <a:ext uri="{FF2B5EF4-FFF2-40B4-BE49-F238E27FC236}">
                <a16:creationId xmlns:a16="http://schemas.microsoft.com/office/drawing/2014/main" id="{517AC56E-F282-7685-3820-3AE878823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950" y="4368825"/>
            <a:ext cx="2097020" cy="2621283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Top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8" name="Image 7" descr="Une image contenant plein air, nuage, ciel, lever de soleil&#10;&#10;Le contenu généré par l’IA peut être incorrect.">
            <a:extLst>
              <a:ext uri="{FF2B5EF4-FFF2-40B4-BE49-F238E27FC236}">
                <a16:creationId xmlns:a16="http://schemas.microsoft.com/office/drawing/2014/main" id="{EDF21519-5F73-3743-ACDD-DE99159165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618" y="1993900"/>
            <a:ext cx="2333625" cy="2870200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62939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A8456-745C-92B1-2448-20590BE6D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0B4E01-3A88-608B-FAF8-739CB5CE23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14140" y="441262"/>
            <a:ext cx="8881868" cy="1277809"/>
          </a:xfrm>
        </p:spPr>
        <p:txBody>
          <a:bodyPr>
            <a:normAutofit fontScale="90000"/>
          </a:bodyPr>
          <a:lstStyle/>
          <a:p>
            <a:pPr lvl="0"/>
            <a:r>
              <a:rPr lang="fr-FR" sz="4400" dirty="0"/>
              <a:t>THE BEST CITY IN THE WORLD</a:t>
            </a:r>
            <a:br>
              <a:rPr lang="fr-FR" sz="4400" dirty="0"/>
            </a:br>
            <a:r>
              <a:rPr lang="fr-FR" sz="4400" dirty="0" err="1"/>
              <a:t>is</a:t>
            </a:r>
            <a:r>
              <a:rPr lang="fr-FR" sz="4400" dirty="0"/>
              <a:t> Tanger</a:t>
            </a:r>
          </a:p>
        </p:txBody>
      </p:sp>
      <p:pic>
        <p:nvPicPr>
          <p:cNvPr id="3" name="Image 4" descr="Une image contenant arbre, tour, ciel, bâtiment&#10;&#10;Le contenu généré par l’IA peut être incorrect.">
            <a:extLst>
              <a:ext uri="{FF2B5EF4-FFF2-40B4-BE49-F238E27FC236}">
                <a16:creationId xmlns:a16="http://schemas.microsoft.com/office/drawing/2014/main" id="{D828C463-E8CC-4A17-A763-65CC2D150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362" y="2389822"/>
            <a:ext cx="2102361" cy="2591802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4" name="Image 6" descr="Une image contenant plein air, ciel, nuage, bâtiment&#10;&#10;Le contenu généré par l’IA peut être incorrect.">
            <a:extLst>
              <a:ext uri="{FF2B5EF4-FFF2-40B4-BE49-F238E27FC236}">
                <a16:creationId xmlns:a16="http://schemas.microsoft.com/office/drawing/2014/main" id="{2520BACB-F05B-CF6C-E230-06FAAE3C7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222" y="2389822"/>
            <a:ext cx="2127507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5" name="Image 8" descr="Une image contenant ciel, plein air, arbre, nuage&#10;&#10;Le contenu généré par l’IA peut être incorrect.">
            <a:extLst>
              <a:ext uri="{FF2B5EF4-FFF2-40B4-BE49-F238E27FC236}">
                <a16:creationId xmlns:a16="http://schemas.microsoft.com/office/drawing/2014/main" id="{49484059-DE60-1BC3-314C-2B0475AF4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610" y="2510936"/>
            <a:ext cx="2097020" cy="2627994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6" name="Image 10" descr="Une image contenant plein air, nuage, ciel, Zone urbaine&#10;&#10;Le contenu généré par l’IA peut être incorrect.">
            <a:extLst>
              <a:ext uri="{FF2B5EF4-FFF2-40B4-BE49-F238E27FC236}">
                <a16:creationId xmlns:a16="http://schemas.microsoft.com/office/drawing/2014/main" id="{FA853362-7813-5ED5-E405-636D79CF4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414" y="2389822"/>
            <a:ext cx="2097020" cy="2621283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8" name="Image 7" descr="Une image contenant plein air, nuage, ciel, lever de soleil&#10;&#10;Le contenu généré par l’IA peut être incorrect.">
            <a:extLst>
              <a:ext uri="{FF2B5EF4-FFF2-40B4-BE49-F238E27FC236}">
                <a16:creationId xmlns:a16="http://schemas.microsoft.com/office/drawing/2014/main" id="{385CD77F-314E-5C16-3F4A-89E3B59B6F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711" y="2389822"/>
            <a:ext cx="2136699" cy="2627995"/>
          </a:xfrm>
          <a:prstGeom prst="rect">
            <a:avLst/>
          </a:prstGeom>
          <a:noFill/>
          <a:ln w="34925" cap="flat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CD7282C-2D9F-15D5-A5FC-28ADF38F3749}"/>
              </a:ext>
            </a:extLst>
          </p:cNvPr>
          <p:cNvSpPr/>
          <p:nvPr/>
        </p:nvSpPr>
        <p:spPr>
          <a:xfrm>
            <a:off x="0" y="5438508"/>
            <a:ext cx="2342969" cy="486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Madrid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7E17A87-C4D7-CEF0-766B-0A1115CD5E9C}"/>
              </a:ext>
            </a:extLst>
          </p:cNvPr>
          <p:cNvSpPr/>
          <p:nvPr/>
        </p:nvSpPr>
        <p:spPr>
          <a:xfrm>
            <a:off x="2589208" y="5445220"/>
            <a:ext cx="2342969" cy="486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dk1"/>
                </a:solidFill>
              </a:rPr>
              <a:t>Tanger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B2B14C0-02B8-B628-CF9A-1214BDE0F147}"/>
              </a:ext>
            </a:extLst>
          </p:cNvPr>
          <p:cNvSpPr/>
          <p:nvPr/>
        </p:nvSpPr>
        <p:spPr>
          <a:xfrm>
            <a:off x="5084661" y="5471652"/>
            <a:ext cx="2342969" cy="486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dk1"/>
                </a:solidFill>
              </a:rPr>
              <a:t>Marakeshe</a:t>
            </a:r>
            <a:endParaRPr lang="fr-FR" dirty="0">
              <a:solidFill>
                <a:schemeClr val="dk1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1351FB-E4EE-FE33-6697-15630D1C04E5}"/>
              </a:ext>
            </a:extLst>
          </p:cNvPr>
          <p:cNvSpPr/>
          <p:nvPr/>
        </p:nvSpPr>
        <p:spPr>
          <a:xfrm>
            <a:off x="7516511" y="5471652"/>
            <a:ext cx="2342969" cy="486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dk1"/>
                </a:solidFill>
              </a:rPr>
              <a:t>Tokyo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8409AB8-044E-9F16-D119-41A1A719B48E}"/>
              </a:ext>
            </a:extLst>
          </p:cNvPr>
          <p:cNvSpPr/>
          <p:nvPr/>
        </p:nvSpPr>
        <p:spPr>
          <a:xfrm>
            <a:off x="9948362" y="5471652"/>
            <a:ext cx="2342969" cy="4866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dk1"/>
                </a:solidFill>
              </a:rPr>
              <a:t>Paris</a:t>
            </a:r>
          </a:p>
        </p:txBody>
      </p:sp>
    </p:spTree>
    <p:extLst>
      <p:ext uri="{BB962C8B-B14F-4D97-AF65-F5344CB8AC3E}">
        <p14:creationId xmlns:p14="http://schemas.microsoft.com/office/powerpoint/2010/main" val="3791739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81</Words>
  <Application>Microsoft Office PowerPoint</Application>
  <PresentationFormat>Grand écran</PresentationFormat>
  <Paragraphs>20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THE BEST CITY IN THE WORLD</vt:lpstr>
      <vt:lpstr>THE BEST CITY IN THE WORLD</vt:lpstr>
      <vt:lpstr>THE BEST CITY IN THE WORLD</vt:lpstr>
      <vt:lpstr>THE BEST CITY IN THE WORLD</vt:lpstr>
      <vt:lpstr>THE BEST CITY IN THE WORLD</vt:lpstr>
      <vt:lpstr>THE BEST CITY IN THE WORLD is Tanger</vt:lpstr>
      <vt:lpstr>THE BEST CITY IN THE WORLD is Tanger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AOULADHAJ YASMINA</dc:creator>
  <cp:lastModifiedBy>AOULADHAJ YASMINA</cp:lastModifiedBy>
  <cp:revision>4</cp:revision>
  <dcterms:created xsi:type="dcterms:W3CDTF">2026-01-12T15:15:32Z</dcterms:created>
  <dcterms:modified xsi:type="dcterms:W3CDTF">2026-02-07T12:50:55Z</dcterms:modified>
</cp:coreProperties>
</file>