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>
        <p:scale>
          <a:sx n="59" d="100"/>
          <a:sy n="59" d="100"/>
        </p:scale>
        <p:origin x="113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2EC68-9C56-66AD-966C-4D65AB1ED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8EDA04-1999-E364-2A18-3EA1934AB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125401-B3A6-95C5-2488-DE6BC2E5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63E9EE-156A-BEF9-A2BE-109DA9CE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6E3816-98D3-BAE4-7F6A-16BD14E1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7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0E365-B4AA-2A9C-C493-02F85E8E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B5635E-A4ED-F9A7-FE60-CACB650BF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45F09D-15EE-7EB6-9C87-88BAA0C9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A0641A-9AEB-2E76-E1AD-6FE87AEB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0F823-8856-9EE0-F7B8-0DF614CE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63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6FA66-C99E-E33E-0406-3C1C4E96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E37C68-660D-69B0-0008-1FD382DD4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AD6E3E-D989-3BB2-FAAD-9CD19615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6928E2-A492-D3EF-5EAA-6610714C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21AE4A-A41B-462A-96B7-95AE6011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99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CB589-39F7-DB2A-3A9B-4BCAE9B7A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59A02-0855-CD1F-3229-EB37908C8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03D297-8230-7074-41A3-E10F9CA1C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6A7B63-8F46-0E9C-A763-FA21D0FB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64F305-A805-A64D-73EA-E1FE53CF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53AB84-B80C-35E6-A9FF-80F240D1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07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F6EF1-9218-0A69-9499-18958EFE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78A161-4C91-559F-8E3C-8519F4974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908366-CE36-C9C6-22C2-4D9D72844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A39C5A-32EE-BB25-8CEA-3663AF98A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FBAAFA2-5645-E52E-2246-2985F3E1E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EDE1782-4EBE-107A-ED2F-13B573983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7EBCC1D-E90B-7F2B-012E-BCD98FED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938C4A-6218-2689-3689-26C0EE03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68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71067-8065-80D6-A63E-01798CDD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A1276C-0A1F-158A-D7A5-41F1FA50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95BF98-8B1A-E7BB-5FA1-A8323D00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A70567-E3ED-55AE-5EB2-E45B479C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69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9CE799A-FDDD-2865-4682-248AD228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F06E1F-54BF-46E8-B3AB-3976E460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88D98E-9AB9-8D1D-35A8-AB5D6959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58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2AA6A-7052-1D94-A7F0-CEA6BD3F3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14FACA-D05C-AFB4-6ECF-7DDD8A755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A71844-47F5-E1DA-E3D7-DDBE5F073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47E9F8-DED1-BAAB-5E72-BFDB4CAC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F772E9-B995-1D19-274A-082C82B2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77C336-8855-C261-884D-27C269F1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16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992784-1C74-D17E-608D-650038A1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060EA3-DDA4-BE3E-DE89-7C29E9DAC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DDDD52-5DD8-BFAF-74E4-FD7E47378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C58025-A010-349F-79EB-F78ED68F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B1AC88-D056-B94F-BB9C-B39B8957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D0335C-7229-D637-426F-0879070A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86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EC1C7C-8F47-6951-B055-7F6428DC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75270F-52E3-55CD-AA12-10BD89094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54EE33-2862-2E94-D05E-5F690951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F7587-A822-D8FD-C2DF-F35331AE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51BE53-1268-8F13-3A32-1BEF0B76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19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5B69544-24CB-9440-19DC-81E386CDA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1F6A15-20B9-A280-6C83-85CEA7425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2B69BB-9B87-A853-1C8A-9EDA2700A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5ECCD-6AA3-61B4-6E7F-4E41AE48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D8D2E3-05DF-5327-185F-7C643F72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91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91DE714-75A8-A7D7-CF69-72F1C851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D41670-F823-CBB2-A609-CF8DA94D8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47313F-8406-0022-2B45-5D8276A95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066DA-8B43-4CB1-A1B4-C9B7A770EF18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F4222D-13F1-F310-562D-9CAAF5385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8E5A43-2C95-C949-6228-E573BD714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85658-69E8-46FF-9733-5070A62D5E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76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CAB9AA7-812D-B4FD-F186-9FC7A4CC3C73}"/>
              </a:ext>
            </a:extLst>
          </p:cNvPr>
          <p:cNvSpPr/>
          <p:nvPr/>
        </p:nvSpPr>
        <p:spPr>
          <a:xfrm>
            <a:off x="0" y="-20390"/>
            <a:ext cx="14259782" cy="68987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03F56D50-57F5-28DF-4117-93E428449553}"/>
              </a:ext>
            </a:extLst>
          </p:cNvPr>
          <p:cNvSpPr/>
          <p:nvPr/>
        </p:nvSpPr>
        <p:spPr>
          <a:xfrm>
            <a:off x="114393" y="-20390"/>
            <a:ext cx="12077607" cy="6858000"/>
          </a:xfrm>
          <a:custGeom>
            <a:avLst/>
            <a:gdLst>
              <a:gd name="csX0" fmla="*/ 0 w 12077607"/>
              <a:gd name="csY0" fmla="*/ 0 h 6858000"/>
              <a:gd name="csX1" fmla="*/ 12077607 w 12077607"/>
              <a:gd name="csY1" fmla="*/ 0 h 6858000"/>
              <a:gd name="csX2" fmla="*/ 12077607 w 12077607"/>
              <a:gd name="csY2" fmla="*/ 6858000 h 6858000"/>
              <a:gd name="csX3" fmla="*/ 7422266 w 12077607"/>
              <a:gd name="csY3" fmla="*/ 6858000 h 6858000"/>
              <a:gd name="csX4" fmla="*/ 0 w 12077607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077607" h="6858000">
                <a:moveTo>
                  <a:pt x="0" y="0"/>
                </a:moveTo>
                <a:lnTo>
                  <a:pt x="12077607" y="0"/>
                </a:lnTo>
                <a:lnTo>
                  <a:pt x="12077607" y="6858000"/>
                </a:lnTo>
                <a:lnTo>
                  <a:pt x="7422266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5" name="Image 4" descr="Une image contenant cheval, symbole, Emblème, écusson&#10;&#10;Le contenu généré par l’IA peut être incorrect.">
            <a:extLst>
              <a:ext uri="{FF2B5EF4-FFF2-40B4-BE49-F238E27FC236}">
                <a16:creationId xmlns:a16="http://schemas.microsoft.com/office/drawing/2014/main" id="{CE1F9B0B-9EF4-0151-20E2-5FCFAE88C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35" b="91078" l="10000" r="90000">
                        <a14:foregroundMark x1="13778" y1="11152" x2="26889" y2="11710"/>
                        <a14:foregroundMark x1="26889" y1="11710" x2="57778" y2="9108"/>
                        <a14:foregroundMark x1="57778" y1="9108" x2="87333" y2="13755"/>
                        <a14:foregroundMark x1="49778" y1="7435" x2="49778" y2="7435"/>
                        <a14:foregroundMark x1="42667" y1="8550" x2="42667" y2="8550"/>
                        <a14:foregroundMark x1="14889" y1="12639" x2="14889" y2="12639"/>
                        <a14:foregroundMark x1="13111" y1="12639" x2="13111" y2="12639"/>
                        <a14:foregroundMark x1="88000" y1="13383" x2="88000" y2="13383"/>
                        <a14:foregroundMark x1="12667" y1="13197" x2="12667" y2="13197"/>
                        <a14:foregroundMark x1="11778" y1="13197" x2="11778" y2="13197"/>
                        <a14:foregroundMark x1="50222" y1="91078" x2="50222" y2="910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01" y="2668263"/>
            <a:ext cx="2359025" cy="2820345"/>
          </a:xfrm>
          <a:prstGeom prst="rect">
            <a:avLst/>
          </a:prstGeom>
        </p:spPr>
      </p:pic>
      <p:pic>
        <p:nvPicPr>
          <p:cNvPr id="7" name="Image 6" descr="Une image contenant voiture&#10;&#10;Le contenu généré par l’IA peut être incorrect.">
            <a:extLst>
              <a:ext uri="{FF2B5EF4-FFF2-40B4-BE49-F238E27FC236}">
                <a16:creationId xmlns:a16="http://schemas.microsoft.com/office/drawing/2014/main" id="{768D0B45-2E9E-FFC4-C5CE-31BDF31A4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798" b="92890" l="20245" r="86685">
                        <a14:foregroundMark x1="44837" y1="9939" x2="44565" y2="10474"/>
                        <a14:foregroundMark x1="45109" y1="88379" x2="42137" y2="92741"/>
                        <a14:foregroundMark x1="33510" y1="92292" x2="31453" y2="92128"/>
                        <a14:foregroundMark x1="56522" y1="66055" x2="58016" y2="65138"/>
                        <a14:foregroundMark x1="58016" y1="65138" x2="61685" y2="59174"/>
                        <a14:foregroundMark x1="50951" y1="65443" x2="43071" y2="75917"/>
                        <a14:foregroundMark x1="57065" y1="7798" x2="54212" y2="17202"/>
                        <a14:foregroundMark x1="52446" y1="8792" x2="52174" y2="11086"/>
                        <a14:foregroundMark x1="60054" y1="49312" x2="56522" y2="58869"/>
                        <a14:foregroundMark x1="60054" y1="47706" x2="55842" y2="57263"/>
                        <a14:backgroundMark x1="37500" y1="92508" x2="37500" y2="92508"/>
                        <a14:backgroundMark x1="37500" y1="92661" x2="35462" y2="92202"/>
                        <a14:backgroundMark x1="35190" y1="92355" x2="34103" y2="92661"/>
                        <a14:backgroundMark x1="38179" y1="91972" x2="43614" y2="95948"/>
                        <a14:backgroundMark x1="30571" y1="93807" x2="29620" y2="81193"/>
                        <a14:backgroundMark x1="28261" y1="87232" x2="29348" y2="93349"/>
                        <a14:backgroundMark x1="29891" y1="13761" x2="26223" y2="17813"/>
                        <a14:backgroundMark x1="29620" y1="17202" x2="26495" y2="18349"/>
                        <a14:backgroundMark x1="28804" y1="17966" x2="25951" y2="20107"/>
                        <a14:backgroundMark x1="27989" y1="19343" x2="27989" y2="19343"/>
                        <a14:backgroundMark x1="27989" y1="20107" x2="27989" y2="20107"/>
                        <a14:backgroundMark x1="29891" y1="80505" x2="25951" y2="78746"/>
                        <a14:backgroundMark x1="29620" y1="80046" x2="27853" y2="78593"/>
                        <a14:backgroundMark x1="28804" y1="78211" x2="28804" y2="78211"/>
                        <a14:backgroundMark x1="28804" y1="77446" x2="28804" y2="774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66" t="596" r="4925" b="542"/>
          <a:stretch>
            <a:fillRect/>
          </a:stretch>
        </p:blipFill>
        <p:spPr>
          <a:xfrm rot="16200000">
            <a:off x="-2766690" y="-1617356"/>
            <a:ext cx="6184900" cy="13122460"/>
          </a:xfrm>
          <a:prstGeom prst="rect">
            <a:avLst/>
          </a:prstGeom>
        </p:spPr>
      </p:pic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6CFDDE2B-0254-7998-FCFC-F3DB6E60B9F1}"/>
              </a:ext>
            </a:extLst>
          </p:cNvPr>
          <p:cNvSpPr/>
          <p:nvPr/>
        </p:nvSpPr>
        <p:spPr>
          <a:xfrm>
            <a:off x="0" y="-20390"/>
            <a:ext cx="7536659" cy="6858000"/>
          </a:xfrm>
          <a:custGeom>
            <a:avLst/>
            <a:gdLst>
              <a:gd name="csX0" fmla="*/ 0 w 7536659"/>
              <a:gd name="csY0" fmla="*/ 0 h 6858000"/>
              <a:gd name="csX1" fmla="*/ 114393 w 7536659"/>
              <a:gd name="csY1" fmla="*/ 0 h 6858000"/>
              <a:gd name="csX2" fmla="*/ 7536659 w 7536659"/>
              <a:gd name="csY2" fmla="*/ 6858000 h 6858000"/>
              <a:gd name="csX3" fmla="*/ 0 w 7536659"/>
              <a:gd name="csY3" fmla="*/ 6858000 h 6858000"/>
              <a:gd name="csX4" fmla="*/ 0 w 7536659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36659" h="6858000">
                <a:moveTo>
                  <a:pt x="0" y="0"/>
                </a:moveTo>
                <a:lnTo>
                  <a:pt x="114393" y="0"/>
                </a:lnTo>
                <a:lnTo>
                  <a:pt x="753665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31" name="Image 30" descr="Une image contenant texte, cheval, affiche, Emblème&#10;&#10;Le contenu généré par l’IA peut être incorrect.">
            <a:extLst>
              <a:ext uri="{FF2B5EF4-FFF2-40B4-BE49-F238E27FC236}">
                <a16:creationId xmlns:a16="http://schemas.microsoft.com/office/drawing/2014/main" id="{F2021F77-A76D-DA47-E81F-210993984C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6" b="89990" l="7330" r="90052">
                        <a14:foregroundMark x1="14069" y1="76609" x2="14485" y2="75996"/>
                        <a14:foregroundMark x1="13861" y1="76915" x2="14069" y2="76609"/>
                        <a14:foregroundMark x1="13307" y1="77732" x2="13861" y2="76915"/>
                        <a14:foregroundMark x1="13029" y1="78141" x2="13307" y2="77732"/>
                        <a14:foregroundMark x1="9424" y1="83453" x2="13029" y2="78141"/>
                        <a14:foregroundMark x1="25620" y1="75512" x2="54450" y2="74259"/>
                        <a14:foregroundMark x1="14485" y1="75996" x2="17009" y2="75886"/>
                        <a14:foregroundMark x1="54450" y1="74259" x2="72251" y2="74464"/>
                        <a14:foregroundMark x1="84217" y1="76484" x2="90401" y2="77528"/>
                        <a14:foregroundMark x1="72251" y1="74464" x2="76893" y2="75248"/>
                        <a14:foregroundMark x1="86889" y1="82040" x2="84862" y2="84643"/>
                        <a14:foregroundMark x1="86855" y1="82083" x2="87113" y2="81752"/>
                        <a14:foregroundMark x1="90401" y1="77528" x2="87558" y2="81180"/>
                        <a14:foregroundMark x1="28272" y1="84168" x2="28272" y2="84168"/>
                        <a14:foregroundMark x1="23037" y1="80797" x2="23037" y2="80797"/>
                        <a14:foregroundMark x1="27574" y1="79571" x2="27574" y2="79571"/>
                        <a14:foregroundMark x1="19721" y1="79571" x2="19721" y2="79571"/>
                        <a14:foregroundMark x1="39267" y1="78856" x2="39267" y2="78856"/>
                        <a14:foregroundMark x1="39965" y1="78856" x2="39965" y2="78856"/>
                        <a14:foregroundMark x1="41885" y1="78856" x2="41885" y2="78856"/>
                        <a14:foregroundMark x1="41885" y1="78856" x2="41885" y2="78856"/>
                        <a14:foregroundMark x1="36126" y1="79265" x2="36126" y2="79265"/>
                        <a14:foregroundMark x1="49040" y1="79265" x2="49040" y2="79265"/>
                        <a14:foregroundMark x1="67365" y1="79980" x2="67365" y2="79980"/>
                        <a14:foregroundMark x1="60733" y1="83759" x2="60733" y2="83759"/>
                        <a14:foregroundMark x1="78360" y1="78856" x2="78360" y2="78856"/>
                        <a14:foregroundMark x1="75742" y1="79265" x2="75742" y2="79265"/>
                        <a14:foregroundMark x1="81675" y1="79265" x2="81675" y2="79265"/>
                        <a14:foregroundMark x1="81675" y1="79265" x2="81675" y2="79265"/>
                        <a14:foregroundMark x1="53578" y1="77732" x2="53578" y2="77732"/>
                        <a14:foregroundMark x1="56195" y1="79980" x2="56195" y2="79980"/>
                        <a14:foregroundMark x1="65969" y1="77732" x2="65969" y2="77732"/>
                        <a14:foregroundMark x1="65969" y1="77732" x2="65969" y2="77732"/>
                        <a14:foregroundMark x1="62129" y1="77324" x2="62129" y2="77324"/>
                        <a14:foregroundMark x1="62653" y1="77324" x2="62653" y2="77324"/>
                        <a14:foregroundMark x1="64747" y1="76915" x2="64747" y2="76915"/>
                        <a14:foregroundMark x1="64747" y1="77732" x2="64747" y2="77732"/>
                        <a14:foregroundMark x1="64747" y1="77732" x2="64747" y2="77732"/>
                        <a14:foregroundMark x1="90052" y1="75077" x2="90052" y2="75077"/>
                        <a14:foregroundMark x1="88831" y1="74668" x2="88831" y2="74668"/>
                        <a14:foregroundMark x1="46422" y1="77732" x2="46422" y2="77732"/>
                        <a14:foregroundMark x1="64747" y1="77324" x2="64747" y2="77324"/>
                        <a14:foregroundMark x1="64747" y1="75792" x2="64747" y2="75792"/>
                        <a14:foregroundMark x1="64747" y1="76200" x2="64747" y2="76200"/>
                        <a14:foregroundMark x1="64747" y1="76200" x2="64747" y2="76200"/>
                        <a14:foregroundMark x1="64747" y1="77732" x2="64747" y2="77732"/>
                        <a14:foregroundMark x1="64747" y1="77732" x2="64747" y2="77732"/>
                        <a14:foregroundMark x1="64049" y1="77732" x2="64049" y2="77732"/>
                        <a14:backgroundMark x1="64747" y1="44535" x2="64747" y2="44535"/>
                        <a14:backgroundMark x1="52356" y1="29316" x2="62129" y2="35546"/>
                        <a14:backgroundMark x1="62129" y1="35546" x2="40140" y2="38713"/>
                        <a14:backgroundMark x1="40140" y1="38713" x2="67190" y2="37589"/>
                        <a14:backgroundMark x1="67190" y1="37589" x2="52356" y2="49132"/>
                        <a14:backgroundMark x1="52356" y1="49132" x2="47818" y2="47600"/>
                        <a14:backgroundMark x1="41885" y1="20940" x2="35079" y2="33504"/>
                        <a14:backgroundMark x1="35079" y1="33504" x2="47120" y2="50051"/>
                        <a14:backgroundMark x1="47120" y1="50051" x2="62653" y2="51073"/>
                        <a14:backgroundMark x1="23037" y1="25945" x2="37347" y2="55260"/>
                        <a14:backgroundMark x1="14485" y1="27477" x2="35079" y2="58325"/>
                        <a14:backgroundMark x1="35079" y1="58325" x2="38569" y2="57916"/>
                        <a14:backgroundMark x1="82199" y1="20940" x2="73647" y2="56078"/>
                        <a14:backgroundMark x1="73647" y1="56078" x2="68586" y2="59040"/>
                        <a14:backgroundMark x1="65969" y1="18999" x2="66667" y2="41164"/>
                        <a14:backgroundMark x1="76963" y1="19816" x2="25305" y2="24923"/>
                        <a14:backgroundMark x1="25305" y1="24923" x2="23735" y2="25945"/>
                        <a14:backgroundMark x1="17801" y1="21348" x2="57243" y2="18284"/>
                        <a14:backgroundMark x1="57243" y1="18284" x2="73997" y2="22063"/>
                        <a14:backgroundMark x1="73997" y1="22063" x2="77487" y2="41164"/>
                        <a14:backgroundMark x1="77487" y1="41164" x2="73298" y2="50255"/>
                        <a14:backgroundMark x1="73298" y1="50255" x2="55672" y2="61900"/>
                        <a14:backgroundMark x1="55672" y1="61900" x2="43805" y2="65679"/>
                        <a14:backgroundMark x1="43805" y1="65679" x2="30192" y2="59040"/>
                        <a14:backgroundMark x1="30192" y1="59040" x2="17801" y2="29826"/>
                        <a14:backgroundMark x1="17801" y1="29826" x2="18499" y2="21348"/>
                        <a14:backgroundMark x1="14485" y1="21348" x2="39267" y2="14913"/>
                        <a14:backgroundMark x1="39267" y1="14913" x2="65445" y2="15015"/>
                        <a14:backgroundMark x1="65445" y1="15015" x2="80977" y2="19408"/>
                        <a14:backgroundMark x1="40663" y1="44944" x2="51832" y2="53830"/>
                        <a14:backgroundMark x1="51832" y1="53830" x2="68761" y2="48315"/>
                        <a14:backgroundMark x1="68761" y1="48315" x2="69808" y2="44229"/>
                        <a14:backgroundMark x1="39965" y1="31665" x2="42583" y2="31665"/>
                        <a14:backgroundMark x1="49738" y1="27068" x2="49738" y2="27068"/>
                        <a14:backgroundMark x1="49040" y1="32380" x2="49040" y2="32380"/>
                        <a14:backgroundMark x1="48342" y1="32380" x2="52356" y2="27477"/>
                        <a14:backgroundMark x1="17103" y1="41573" x2="23735" y2="48723"/>
                        <a14:backgroundMark x1="14485" y1="17875" x2="14485" y2="17875"/>
                        <a14:backgroundMark x1="20419" y1="17875" x2="20419" y2="17875"/>
                        <a14:backgroundMark x1="17103" y1="18693" x2="17103" y2="18693"/>
                        <a14:backgroundMark x1="17103" y1="18693" x2="17103" y2="18693"/>
                        <a14:backgroundMark x1="17103" y1="18693" x2="17103" y2="18693"/>
                        <a14:backgroundMark x1="14485" y1="17875" x2="27574" y2="16343"/>
                        <a14:backgroundMark x1="13962" y1="18693" x2="13962" y2="18693"/>
                        <a14:backgroundMark x1="13962" y1="18693" x2="13962" y2="18693"/>
                        <a14:backgroundMark x1="78360" y1="17569" x2="81675" y2="17569"/>
                        <a14:backgroundMark x1="49040" y1="67824" x2="64572" y2="60878"/>
                        <a14:backgroundMark x1="64572" y1="60878" x2="64747" y2="59857"/>
                        <a14:backgroundMark x1="84293" y1="19408" x2="84293" y2="19408"/>
                        <a14:backgroundMark x1="12042" y1="18693" x2="12042" y2="18693"/>
                        <a14:backgroundMark x1="21640" y1="62513" x2="21640" y2="62513"/>
                        <a14:backgroundMark x1="19197" y1="65884" x2="6108" y2="16752"/>
                        <a14:backgroundMark x1="17801" y1="11849" x2="68063" y2="9602"/>
                        <a14:backgroundMark x1="68063" y1="9602" x2="84293" y2="12768"/>
                        <a14:backgroundMark x1="84293" y1="12768" x2="90227" y2="21144"/>
                        <a14:backgroundMark x1="90227" y1="21144" x2="90401" y2="37998"/>
                        <a14:backgroundMark x1="90401" y1="37998" x2="73822" y2="68233"/>
                        <a14:backgroundMark x1="83595" y1="66292" x2="45550" y2="72012"/>
                        <a14:backgroundMark x1="45550" y1="72012" x2="16579" y2="69765"/>
                        <a14:backgroundMark x1="16579" y1="69765" x2="9948" y2="65475"/>
                        <a14:backgroundMark x1="61431" y1="72421" x2="87435" y2="69765"/>
                        <a14:backgroundMark x1="55497" y1="73544" x2="55497" y2="73544"/>
                        <a14:backgroundMark x1="58115" y1="73544" x2="58115" y2="73544"/>
                        <a14:backgroundMark x1="55497" y1="74259" x2="55497" y2="74259"/>
                        <a14:backgroundMark x1="60733" y1="73136" x2="60733" y2="73136"/>
                        <a14:backgroundMark x1="8726" y1="88764" x2="58813" y2="85598"/>
                        <a14:backgroundMark x1="58813" y1="85598" x2="24956" y2="92543"/>
                        <a14:backgroundMark x1="63351" y1="89479" x2="87435" y2="86823"/>
                        <a14:backgroundMark x1="64049" y1="87640" x2="88133" y2="90705"/>
                        <a14:backgroundMark x1="66667" y1="86823" x2="82897" y2="88764"/>
                        <a14:backgroundMark x1="12565" y1="86517" x2="12565" y2="86517"/>
                        <a14:backgroundMark x1="18499" y1="86517" x2="18499" y2="86517"/>
                        <a14:backgroundMark x1="12565" y1="87232" x2="12565" y2="87232"/>
                        <a14:backgroundMark x1="15881" y1="87232" x2="15881" y2="87232"/>
                        <a14:backgroundMark x1="15881" y1="86108" x2="15881" y2="86108"/>
                        <a14:backgroundMark x1="9424" y1="86517" x2="9424" y2="86517"/>
                        <a14:backgroundMark x1="17103" y1="86108" x2="17103" y2="86108"/>
                        <a14:backgroundMark x1="15881" y1="87640" x2="15881" y2="87640"/>
                        <a14:backgroundMark x1="13264" y1="86517" x2="13264" y2="86517"/>
                        <a14:backgroundMark x1="13962" y1="86108" x2="13962" y2="86108"/>
                        <a14:backgroundMark x1="9948" y1="86108" x2="9948" y2="86108"/>
                        <a14:backgroundMark x1="12565" y1="86108" x2="15183" y2="86108"/>
                        <a14:backgroundMark x1="15881" y1="86108" x2="15881" y2="86108"/>
                        <a14:backgroundMark x1="15881" y1="86108" x2="15881" y2="86108"/>
                        <a14:backgroundMark x1="15881" y1="86108" x2="16579" y2="89888"/>
                        <a14:backgroundMark x1="57592" y1="86108" x2="88831" y2="86108"/>
                        <a14:backgroundMark x1="89354" y1="75792" x2="89354" y2="75792"/>
                        <a14:backgroundMark x1="19721" y1="87232" x2="2792" y2="85700"/>
                        <a14:backgroundMark x1="16579" y1="83453" x2="16579" y2="83453"/>
                        <a14:backgroundMark x1="15881" y1="83044" x2="15881" y2="83044"/>
                        <a14:backgroundMark x1="17103" y1="76915" x2="17103" y2="76915"/>
                        <a14:backgroundMark x1="17103" y1="76915" x2="17103" y2="76915"/>
                        <a14:backgroundMark x1="17103" y1="76915" x2="17103" y2="76915"/>
                        <a14:backgroundMark x1="17103" y1="77732" x2="17103" y2="77732"/>
                        <a14:backgroundMark x1="17103" y1="77732" x2="17103" y2="77732"/>
                        <a14:backgroundMark x1="13264" y1="76609" x2="13264" y2="76609"/>
                        <a14:backgroundMark x1="14485" y1="77732" x2="14485" y2="77732"/>
                        <a14:backgroundMark x1="14485" y1="76915" x2="14485" y2="76915"/>
                        <a14:backgroundMark x1="14485" y1="76915" x2="14485" y2="76915"/>
                        <a14:backgroundMark x1="14485" y1="76915" x2="14485" y2="76915"/>
                        <a14:backgroundMark x1="14485" y1="76915" x2="14485" y2="76915"/>
                        <a14:backgroundMark x1="31414" y1="83044" x2="31414" y2="83044"/>
                        <a14:backgroundMark x1="31414" y1="83044" x2="31414" y2="78856"/>
                        <a14:backgroundMark x1="40663" y1="85291" x2="40663" y2="84168"/>
                        <a14:backgroundMark x1="41187" y1="86108" x2="42583" y2="81920"/>
                        <a14:backgroundMark x1="54974" y1="82635" x2="60209" y2="99796"/>
                        <a14:backgroundMark x1="81675" y1="83759" x2="81675" y2="89479"/>
                        <a14:backgroundMark x1="72426" y1="78856" x2="72426" y2="82329"/>
                        <a14:backgroundMark x1="80977" y1="82329" x2="86213" y2="82635"/>
                        <a14:backgroundMark x1="86213" y1="80797" x2="86213" y2="78447"/>
                        <a14:backgroundMark x1="15881" y1="76915" x2="72251" y2="77324"/>
                        <a14:backgroundMark x1="72251" y1="77324" x2="85515" y2="75077"/>
                        <a14:backgroundMark x1="13962" y1="78141" x2="13962" y2="78141"/>
                        <a14:backgroundMark x1="13264" y1="77732" x2="13264" y2="77732"/>
                        <a14:backgroundMark x1="12042" y1="76915" x2="12042" y2="76915"/>
                        <a14:backgroundMark x1="13264" y1="77732" x2="13264" y2="77732"/>
                        <a14:backgroundMark x1="13264" y1="77732" x2="13264" y2="77732"/>
                        <a14:backgroundMark x1="13264" y1="77732" x2="13264" y2="77732"/>
                        <a14:backgroundMark x1="13264" y1="77732" x2="13264" y2="77732"/>
                        <a14:backgroundMark x1="13264" y1="77732" x2="13264" y2="77732"/>
                        <a14:backgroundMark x1="12042" y1="77732" x2="12042" y2="77732"/>
                        <a14:backgroundMark x1="12042" y1="77732" x2="12042" y2="77732"/>
                        <a14:backgroundMark x1="12042" y1="77732" x2="12042" y2="77732"/>
                        <a14:backgroundMark x1="12042" y1="77732" x2="12042" y2="77732"/>
                        <a14:backgroundMark x1="12042" y1="77732" x2="12042" y2="77732"/>
                        <a14:backgroundMark x1="11344" y1="77732" x2="11344" y2="777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126" y="-2192867"/>
            <a:ext cx="4013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3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3FD9-2EFC-7377-EE38-57269528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99309D7-15CA-86EB-163B-CD5B2C04ADC6}"/>
              </a:ext>
            </a:extLst>
          </p:cNvPr>
          <p:cNvSpPr/>
          <p:nvPr/>
        </p:nvSpPr>
        <p:spPr>
          <a:xfrm>
            <a:off x="0" y="-20390"/>
            <a:ext cx="14259782" cy="68987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46D44544-3054-897C-C05A-B7513EE28471}"/>
              </a:ext>
            </a:extLst>
          </p:cNvPr>
          <p:cNvSpPr/>
          <p:nvPr/>
        </p:nvSpPr>
        <p:spPr>
          <a:xfrm>
            <a:off x="2182175" y="20390"/>
            <a:ext cx="12077607" cy="6858000"/>
          </a:xfrm>
          <a:custGeom>
            <a:avLst/>
            <a:gdLst>
              <a:gd name="csX0" fmla="*/ 0 w 12077607"/>
              <a:gd name="csY0" fmla="*/ 0 h 6858000"/>
              <a:gd name="csX1" fmla="*/ 12077607 w 12077607"/>
              <a:gd name="csY1" fmla="*/ 0 h 6858000"/>
              <a:gd name="csX2" fmla="*/ 12077607 w 12077607"/>
              <a:gd name="csY2" fmla="*/ 6858000 h 6858000"/>
              <a:gd name="csX3" fmla="*/ 7422266 w 12077607"/>
              <a:gd name="csY3" fmla="*/ 6858000 h 6858000"/>
              <a:gd name="csX4" fmla="*/ 0 w 12077607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077607" h="6858000">
                <a:moveTo>
                  <a:pt x="0" y="0"/>
                </a:moveTo>
                <a:lnTo>
                  <a:pt x="12077607" y="0"/>
                </a:lnTo>
                <a:lnTo>
                  <a:pt x="12077607" y="6858000"/>
                </a:lnTo>
                <a:lnTo>
                  <a:pt x="7422266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5" name="Image 4" descr="Une image contenant cheval, symbole, Emblème, écusson&#10;&#10;Le contenu généré par l’IA peut être incorrect.">
            <a:extLst>
              <a:ext uri="{FF2B5EF4-FFF2-40B4-BE49-F238E27FC236}">
                <a16:creationId xmlns:a16="http://schemas.microsoft.com/office/drawing/2014/main" id="{59EE943D-AB21-772B-54C2-DFEBA44D1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35" b="91078" l="10000" r="90000">
                        <a14:foregroundMark x1="13778" y1="11152" x2="26889" y2="11710"/>
                        <a14:foregroundMark x1="26889" y1="11710" x2="57778" y2="9108"/>
                        <a14:foregroundMark x1="57778" y1="9108" x2="87333" y2="13755"/>
                        <a14:foregroundMark x1="49778" y1="7435" x2="49778" y2="7435"/>
                        <a14:foregroundMark x1="42667" y1="8550" x2="42667" y2="8550"/>
                        <a14:foregroundMark x1="14889" y1="12639" x2="14889" y2="12639"/>
                        <a14:foregroundMark x1="13111" y1="12639" x2="13111" y2="12639"/>
                        <a14:foregroundMark x1="88000" y1="13383" x2="88000" y2="13383"/>
                        <a14:foregroundMark x1="12667" y1="13197" x2="12667" y2="13197"/>
                        <a14:foregroundMark x1="11778" y1="13197" x2="11778" y2="13197"/>
                        <a14:foregroundMark x1="50222" y1="91078" x2="50222" y2="910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901" y="360421"/>
            <a:ext cx="2359025" cy="2820345"/>
          </a:xfrm>
          <a:prstGeom prst="rect">
            <a:avLst/>
          </a:prstGeom>
        </p:spPr>
      </p:pic>
      <p:pic>
        <p:nvPicPr>
          <p:cNvPr id="7" name="Image 6" descr="Une image contenant voiture&#10;&#10;Le contenu généré par l’IA peut être incorrect.">
            <a:extLst>
              <a:ext uri="{FF2B5EF4-FFF2-40B4-BE49-F238E27FC236}">
                <a16:creationId xmlns:a16="http://schemas.microsoft.com/office/drawing/2014/main" id="{846BC87D-2ADB-4126-556E-C7E2558D7F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798" b="92890" l="20245" r="86685">
                        <a14:foregroundMark x1="44837" y1="9939" x2="44565" y2="10474"/>
                        <a14:foregroundMark x1="45109" y1="88379" x2="42137" y2="92741"/>
                        <a14:foregroundMark x1="33510" y1="92292" x2="31453" y2="92128"/>
                        <a14:foregroundMark x1="56522" y1="66055" x2="58016" y2="65138"/>
                        <a14:foregroundMark x1="58016" y1="65138" x2="61685" y2="59174"/>
                        <a14:foregroundMark x1="50951" y1="65443" x2="43071" y2="75917"/>
                        <a14:foregroundMark x1="57065" y1="7798" x2="54212" y2="17202"/>
                        <a14:foregroundMark x1="52446" y1="8792" x2="52174" y2="11086"/>
                        <a14:foregroundMark x1="60054" y1="49312" x2="56522" y2="58869"/>
                        <a14:foregroundMark x1="60054" y1="47706" x2="55842" y2="57263"/>
                        <a14:backgroundMark x1="37500" y1="92508" x2="37500" y2="92508"/>
                        <a14:backgroundMark x1="37500" y1="92661" x2="35462" y2="92202"/>
                        <a14:backgroundMark x1="35190" y1="92355" x2="34103" y2="92661"/>
                        <a14:backgroundMark x1="38179" y1="91972" x2="43614" y2="95948"/>
                        <a14:backgroundMark x1="30571" y1="93807" x2="29620" y2="81193"/>
                        <a14:backgroundMark x1="28261" y1="87232" x2="29348" y2="93349"/>
                        <a14:backgroundMark x1="29891" y1="13761" x2="26223" y2="17813"/>
                        <a14:backgroundMark x1="29620" y1="17202" x2="26495" y2="18349"/>
                        <a14:backgroundMark x1="28804" y1="17966" x2="25951" y2="20107"/>
                        <a14:backgroundMark x1="27989" y1="19343" x2="27989" y2="19343"/>
                        <a14:backgroundMark x1="27989" y1="20107" x2="27989" y2="20107"/>
                        <a14:backgroundMark x1="29891" y1="80505" x2="25951" y2="78746"/>
                        <a14:backgroundMark x1="29620" y1="80046" x2="27853" y2="78593"/>
                        <a14:backgroundMark x1="28804" y1="78211" x2="28804" y2="78211"/>
                        <a14:backgroundMark x1="28804" y1="77446" x2="28804" y2="774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66" t="596" r="4925" b="542"/>
          <a:stretch>
            <a:fillRect/>
          </a:stretch>
        </p:blipFill>
        <p:spPr>
          <a:xfrm rot="16200000">
            <a:off x="1233810" y="-1552042"/>
            <a:ext cx="6184900" cy="13122460"/>
          </a:xfrm>
          <a:prstGeom prst="rect">
            <a:avLst/>
          </a:prstGeom>
        </p:spPr>
      </p:pic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AEEC0143-6988-7167-7F71-1CC8A7C494F6}"/>
              </a:ext>
            </a:extLst>
          </p:cNvPr>
          <p:cNvSpPr/>
          <p:nvPr/>
        </p:nvSpPr>
        <p:spPr>
          <a:xfrm>
            <a:off x="-1440659" y="-20390"/>
            <a:ext cx="7536659" cy="6858000"/>
          </a:xfrm>
          <a:custGeom>
            <a:avLst/>
            <a:gdLst>
              <a:gd name="csX0" fmla="*/ 0 w 7536659"/>
              <a:gd name="csY0" fmla="*/ 0 h 6858000"/>
              <a:gd name="csX1" fmla="*/ 114393 w 7536659"/>
              <a:gd name="csY1" fmla="*/ 0 h 6858000"/>
              <a:gd name="csX2" fmla="*/ 7536659 w 7536659"/>
              <a:gd name="csY2" fmla="*/ 6858000 h 6858000"/>
              <a:gd name="csX3" fmla="*/ 0 w 7536659"/>
              <a:gd name="csY3" fmla="*/ 6858000 h 6858000"/>
              <a:gd name="csX4" fmla="*/ 0 w 7536659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36659" h="6858000">
                <a:moveTo>
                  <a:pt x="0" y="0"/>
                </a:moveTo>
                <a:lnTo>
                  <a:pt x="114393" y="0"/>
                </a:lnTo>
                <a:lnTo>
                  <a:pt x="753665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31" name="Image 30" descr="Une image contenant texte, cheval, affiche, Emblème&#10;&#10;Le contenu généré par l’IA peut être incorrect.">
            <a:extLst>
              <a:ext uri="{FF2B5EF4-FFF2-40B4-BE49-F238E27FC236}">
                <a16:creationId xmlns:a16="http://schemas.microsoft.com/office/drawing/2014/main" id="{56ED8E87-D469-A32E-AB29-3109114F10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6" b="89990" l="7330" r="90052">
                        <a14:foregroundMark x1="14069" y1="76609" x2="14485" y2="75996"/>
                        <a14:foregroundMark x1="13861" y1="76915" x2="14069" y2="76609"/>
                        <a14:foregroundMark x1="13307" y1="77732" x2="13861" y2="76915"/>
                        <a14:foregroundMark x1="13029" y1="78141" x2="13307" y2="77732"/>
                        <a14:foregroundMark x1="9424" y1="83453" x2="13029" y2="78141"/>
                        <a14:foregroundMark x1="25620" y1="75512" x2="54450" y2="74259"/>
                        <a14:foregroundMark x1="14485" y1="75996" x2="17009" y2="75886"/>
                        <a14:foregroundMark x1="54450" y1="74259" x2="72251" y2="74464"/>
                        <a14:foregroundMark x1="84217" y1="76484" x2="90401" y2="77528"/>
                        <a14:foregroundMark x1="72251" y1="74464" x2="76893" y2="75248"/>
                        <a14:foregroundMark x1="86889" y1="82040" x2="84862" y2="84643"/>
                        <a14:foregroundMark x1="86855" y1="82083" x2="87113" y2="81752"/>
                        <a14:foregroundMark x1="90401" y1="77528" x2="87558" y2="81180"/>
                        <a14:foregroundMark x1="28272" y1="84168" x2="28272" y2="84168"/>
                        <a14:foregroundMark x1="23037" y1="80797" x2="23037" y2="80797"/>
                        <a14:foregroundMark x1="27574" y1="79571" x2="27574" y2="79571"/>
                        <a14:foregroundMark x1="19721" y1="79571" x2="19721" y2="79571"/>
                        <a14:foregroundMark x1="39267" y1="78856" x2="39267" y2="78856"/>
                        <a14:foregroundMark x1="39965" y1="78856" x2="39965" y2="78856"/>
                        <a14:foregroundMark x1="41885" y1="78856" x2="41885" y2="78856"/>
                        <a14:foregroundMark x1="41885" y1="78856" x2="41885" y2="78856"/>
                        <a14:foregroundMark x1="36126" y1="79265" x2="36126" y2="79265"/>
                        <a14:foregroundMark x1="49040" y1="79265" x2="49040" y2="79265"/>
                        <a14:foregroundMark x1="67365" y1="79980" x2="67365" y2="79980"/>
                        <a14:foregroundMark x1="60733" y1="83759" x2="60733" y2="83759"/>
                        <a14:foregroundMark x1="78360" y1="78856" x2="78360" y2="78856"/>
                        <a14:foregroundMark x1="75742" y1="79265" x2="75742" y2="79265"/>
                        <a14:foregroundMark x1="81675" y1="79265" x2="81675" y2="79265"/>
                        <a14:foregroundMark x1="81675" y1="79265" x2="81675" y2="79265"/>
                        <a14:foregroundMark x1="53578" y1="77732" x2="53578" y2="77732"/>
                        <a14:foregroundMark x1="56195" y1="79980" x2="56195" y2="79980"/>
                        <a14:foregroundMark x1="65969" y1="77732" x2="65969" y2="77732"/>
                        <a14:foregroundMark x1="65969" y1="77732" x2="65969" y2="77732"/>
                        <a14:foregroundMark x1="62129" y1="77324" x2="62129" y2="77324"/>
                        <a14:foregroundMark x1="62653" y1="77324" x2="62653" y2="77324"/>
                        <a14:foregroundMark x1="64747" y1="76915" x2="64747" y2="76915"/>
                        <a14:foregroundMark x1="64747" y1="77732" x2="64747" y2="77732"/>
                        <a14:foregroundMark x1="64747" y1="77732" x2="64747" y2="77732"/>
                        <a14:foregroundMark x1="90052" y1="75077" x2="90052" y2="75077"/>
                        <a14:foregroundMark x1="88831" y1="74668" x2="88831" y2="74668"/>
                        <a14:foregroundMark x1="46422" y1="77732" x2="46422" y2="77732"/>
                        <a14:foregroundMark x1="64747" y1="77324" x2="64747" y2="77324"/>
                        <a14:foregroundMark x1="64747" y1="75792" x2="64747" y2="75792"/>
                        <a14:foregroundMark x1="64747" y1="76200" x2="64747" y2="76200"/>
                        <a14:foregroundMark x1="64747" y1="76200" x2="64747" y2="76200"/>
                        <a14:foregroundMark x1="64747" y1="77732" x2="64747" y2="77732"/>
                        <a14:foregroundMark x1="64747" y1="77732" x2="64747" y2="77732"/>
                        <a14:foregroundMark x1="64049" y1="77732" x2="64049" y2="77732"/>
                        <a14:backgroundMark x1="64747" y1="44535" x2="64747" y2="44535"/>
                        <a14:backgroundMark x1="52356" y1="29316" x2="62129" y2="35546"/>
                        <a14:backgroundMark x1="62129" y1="35546" x2="40140" y2="38713"/>
                        <a14:backgroundMark x1="40140" y1="38713" x2="67190" y2="37589"/>
                        <a14:backgroundMark x1="67190" y1="37589" x2="52356" y2="49132"/>
                        <a14:backgroundMark x1="52356" y1="49132" x2="47818" y2="47600"/>
                        <a14:backgroundMark x1="41885" y1="20940" x2="35079" y2="33504"/>
                        <a14:backgroundMark x1="35079" y1="33504" x2="47120" y2="50051"/>
                        <a14:backgroundMark x1="47120" y1="50051" x2="62653" y2="51073"/>
                        <a14:backgroundMark x1="23037" y1="25945" x2="37347" y2="55260"/>
                        <a14:backgroundMark x1="14485" y1="27477" x2="35079" y2="58325"/>
                        <a14:backgroundMark x1="35079" y1="58325" x2="38569" y2="57916"/>
                        <a14:backgroundMark x1="82199" y1="20940" x2="73647" y2="56078"/>
                        <a14:backgroundMark x1="73647" y1="56078" x2="68586" y2="59040"/>
                        <a14:backgroundMark x1="65969" y1="18999" x2="66667" y2="41164"/>
                        <a14:backgroundMark x1="76963" y1="19816" x2="25305" y2="24923"/>
                        <a14:backgroundMark x1="25305" y1="24923" x2="23735" y2="25945"/>
                        <a14:backgroundMark x1="17801" y1="21348" x2="57243" y2="18284"/>
                        <a14:backgroundMark x1="57243" y1="18284" x2="73997" y2="22063"/>
                        <a14:backgroundMark x1="73997" y1="22063" x2="77487" y2="41164"/>
                        <a14:backgroundMark x1="77487" y1="41164" x2="73298" y2="50255"/>
                        <a14:backgroundMark x1="73298" y1="50255" x2="55672" y2="61900"/>
                        <a14:backgroundMark x1="55672" y1="61900" x2="43805" y2="65679"/>
                        <a14:backgroundMark x1="43805" y1="65679" x2="30192" y2="59040"/>
                        <a14:backgroundMark x1="30192" y1="59040" x2="17801" y2="29826"/>
                        <a14:backgroundMark x1="17801" y1="29826" x2="18499" y2="21348"/>
                        <a14:backgroundMark x1="14485" y1="21348" x2="39267" y2="14913"/>
                        <a14:backgroundMark x1="39267" y1="14913" x2="65445" y2="15015"/>
                        <a14:backgroundMark x1="65445" y1="15015" x2="80977" y2="19408"/>
                        <a14:backgroundMark x1="40663" y1="44944" x2="51832" y2="53830"/>
                        <a14:backgroundMark x1="51832" y1="53830" x2="68761" y2="48315"/>
                        <a14:backgroundMark x1="68761" y1="48315" x2="69808" y2="44229"/>
                        <a14:backgroundMark x1="39965" y1="31665" x2="42583" y2="31665"/>
                        <a14:backgroundMark x1="49738" y1="27068" x2="49738" y2="27068"/>
                        <a14:backgroundMark x1="49040" y1="32380" x2="49040" y2="32380"/>
                        <a14:backgroundMark x1="48342" y1="32380" x2="52356" y2="27477"/>
                        <a14:backgroundMark x1="17103" y1="41573" x2="23735" y2="48723"/>
                        <a14:backgroundMark x1="14485" y1="17875" x2="14485" y2="17875"/>
                        <a14:backgroundMark x1="20419" y1="17875" x2="20419" y2="17875"/>
                        <a14:backgroundMark x1="17103" y1="18693" x2="17103" y2="18693"/>
                        <a14:backgroundMark x1="17103" y1="18693" x2="17103" y2="18693"/>
                        <a14:backgroundMark x1="17103" y1="18693" x2="17103" y2="18693"/>
                        <a14:backgroundMark x1="14485" y1="17875" x2="27574" y2="16343"/>
                        <a14:backgroundMark x1="13962" y1="18693" x2="13962" y2="18693"/>
                        <a14:backgroundMark x1="13962" y1="18693" x2="13962" y2="18693"/>
                        <a14:backgroundMark x1="78360" y1="17569" x2="81675" y2="17569"/>
                        <a14:backgroundMark x1="49040" y1="67824" x2="64572" y2="60878"/>
                        <a14:backgroundMark x1="64572" y1="60878" x2="64747" y2="59857"/>
                        <a14:backgroundMark x1="84293" y1="19408" x2="84293" y2="19408"/>
                        <a14:backgroundMark x1="12042" y1="18693" x2="12042" y2="18693"/>
                        <a14:backgroundMark x1="21640" y1="62513" x2="21640" y2="62513"/>
                        <a14:backgroundMark x1="19197" y1="65884" x2="6108" y2="16752"/>
                        <a14:backgroundMark x1="17801" y1="11849" x2="68063" y2="9602"/>
                        <a14:backgroundMark x1="68063" y1="9602" x2="84293" y2="12768"/>
                        <a14:backgroundMark x1="84293" y1="12768" x2="90227" y2="21144"/>
                        <a14:backgroundMark x1="90227" y1="21144" x2="90401" y2="37998"/>
                        <a14:backgroundMark x1="90401" y1="37998" x2="73822" y2="68233"/>
                        <a14:backgroundMark x1="83595" y1="66292" x2="45550" y2="72012"/>
                        <a14:backgroundMark x1="45550" y1="72012" x2="16579" y2="69765"/>
                        <a14:backgroundMark x1="16579" y1="69765" x2="9948" y2="65475"/>
                        <a14:backgroundMark x1="61431" y1="72421" x2="87435" y2="69765"/>
                        <a14:backgroundMark x1="55497" y1="73544" x2="55497" y2="73544"/>
                        <a14:backgroundMark x1="58115" y1="73544" x2="58115" y2="73544"/>
                        <a14:backgroundMark x1="55497" y1="74259" x2="55497" y2="74259"/>
                        <a14:backgroundMark x1="60733" y1="73136" x2="60733" y2="73136"/>
                        <a14:backgroundMark x1="8726" y1="88764" x2="58813" y2="85598"/>
                        <a14:backgroundMark x1="58813" y1="85598" x2="24956" y2="92543"/>
                        <a14:backgroundMark x1="63351" y1="89479" x2="87435" y2="86823"/>
                        <a14:backgroundMark x1="64049" y1="87640" x2="88133" y2="90705"/>
                        <a14:backgroundMark x1="66667" y1="86823" x2="82897" y2="88764"/>
                        <a14:backgroundMark x1="12565" y1="86517" x2="12565" y2="86517"/>
                        <a14:backgroundMark x1="18499" y1="86517" x2="18499" y2="86517"/>
                        <a14:backgroundMark x1="12565" y1="87232" x2="12565" y2="87232"/>
                        <a14:backgroundMark x1="15881" y1="87232" x2="15881" y2="87232"/>
                        <a14:backgroundMark x1="15881" y1="86108" x2="15881" y2="86108"/>
                        <a14:backgroundMark x1="9424" y1="86517" x2="9424" y2="86517"/>
                        <a14:backgroundMark x1="17103" y1="86108" x2="17103" y2="86108"/>
                        <a14:backgroundMark x1="15881" y1="87640" x2="15881" y2="87640"/>
                        <a14:backgroundMark x1="13264" y1="86517" x2="13264" y2="86517"/>
                        <a14:backgroundMark x1="13962" y1="86108" x2="13962" y2="86108"/>
                        <a14:backgroundMark x1="9948" y1="86108" x2="9948" y2="86108"/>
                        <a14:backgroundMark x1="12565" y1="86108" x2="15183" y2="86108"/>
                        <a14:backgroundMark x1="15881" y1="86108" x2="15881" y2="86108"/>
                        <a14:backgroundMark x1="15881" y1="86108" x2="15881" y2="86108"/>
                        <a14:backgroundMark x1="15881" y1="86108" x2="16579" y2="89888"/>
                        <a14:backgroundMark x1="57592" y1="86108" x2="88831" y2="86108"/>
                        <a14:backgroundMark x1="89354" y1="75792" x2="89354" y2="75792"/>
                        <a14:backgroundMark x1="19721" y1="87232" x2="2792" y2="85700"/>
                        <a14:backgroundMark x1="16579" y1="83453" x2="16579" y2="83453"/>
                        <a14:backgroundMark x1="15881" y1="83044" x2="15881" y2="83044"/>
                        <a14:backgroundMark x1="17103" y1="76915" x2="17103" y2="76915"/>
                        <a14:backgroundMark x1="17103" y1="76915" x2="17103" y2="76915"/>
                        <a14:backgroundMark x1="17103" y1="76915" x2="17103" y2="76915"/>
                        <a14:backgroundMark x1="17103" y1="77732" x2="17103" y2="77732"/>
                        <a14:backgroundMark x1="17103" y1="77732" x2="17103" y2="77732"/>
                        <a14:backgroundMark x1="13264" y1="76609" x2="13264" y2="76609"/>
                        <a14:backgroundMark x1="14485" y1="77732" x2="14485" y2="77732"/>
                        <a14:backgroundMark x1="14485" y1="76915" x2="14485" y2="76915"/>
                        <a14:backgroundMark x1="14485" y1="76915" x2="14485" y2="76915"/>
                        <a14:backgroundMark x1="14485" y1="76915" x2="14485" y2="76915"/>
                        <a14:backgroundMark x1="14485" y1="76915" x2="14485" y2="76915"/>
                        <a14:backgroundMark x1="31414" y1="83044" x2="31414" y2="83044"/>
                        <a14:backgroundMark x1="31414" y1="83044" x2="31414" y2="78856"/>
                        <a14:backgroundMark x1="40663" y1="85291" x2="40663" y2="84168"/>
                        <a14:backgroundMark x1="41187" y1="86108" x2="42583" y2="81920"/>
                        <a14:backgroundMark x1="54974" y1="82635" x2="60209" y2="99796"/>
                        <a14:backgroundMark x1="81675" y1="83759" x2="81675" y2="89479"/>
                        <a14:backgroundMark x1="72426" y1="78856" x2="72426" y2="82329"/>
                        <a14:backgroundMark x1="80977" y1="82329" x2="86213" y2="82635"/>
                        <a14:backgroundMark x1="86213" y1="80797" x2="86213" y2="78447"/>
                        <a14:backgroundMark x1="15881" y1="76915" x2="72251" y2="77324"/>
                        <a14:backgroundMark x1="72251" y1="77324" x2="85515" y2="75077"/>
                        <a14:backgroundMark x1="13962" y1="78141" x2="13962" y2="78141"/>
                        <a14:backgroundMark x1="13264" y1="77732" x2="13264" y2="77732"/>
                        <a14:backgroundMark x1="12042" y1="76915" x2="12042" y2="76915"/>
                        <a14:backgroundMark x1="13264" y1="77732" x2="13264" y2="77732"/>
                        <a14:backgroundMark x1="13264" y1="77732" x2="13264" y2="77732"/>
                        <a14:backgroundMark x1="13264" y1="77732" x2="13264" y2="77732"/>
                        <a14:backgroundMark x1="13264" y1="77732" x2="13264" y2="77732"/>
                        <a14:backgroundMark x1="13264" y1="77732" x2="13264" y2="77732"/>
                        <a14:backgroundMark x1="12042" y1="77732" x2="12042" y2="77732"/>
                        <a14:backgroundMark x1="12042" y1="77732" x2="12042" y2="77732"/>
                        <a14:backgroundMark x1="12042" y1="77732" x2="12042" y2="77732"/>
                        <a14:backgroundMark x1="12042" y1="77732" x2="12042" y2="77732"/>
                        <a14:backgroundMark x1="12042" y1="77732" x2="12042" y2="77732"/>
                        <a14:backgroundMark x1="11344" y1="77732" x2="11344" y2="777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480" y="-2454125"/>
            <a:ext cx="4013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83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AOULADHAJ YASMINA</dc:creator>
  <cp:lastModifiedBy>AOULADHAJ YASMINA</cp:lastModifiedBy>
  <cp:revision>1</cp:revision>
  <dcterms:created xsi:type="dcterms:W3CDTF">2026-01-17T20:39:21Z</dcterms:created>
  <dcterms:modified xsi:type="dcterms:W3CDTF">2026-01-18T10:15:27Z</dcterms:modified>
</cp:coreProperties>
</file>